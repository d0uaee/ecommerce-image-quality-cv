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90DC56-4DDE-4863-9AEC-87198040CB49}" v="4" dt="2026-05-30T17:50:25.0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uae Ahadji" userId="981d5584dfa725b0" providerId="LiveId" clId="{A2BAF7E8-3892-495B-9245-0CFFD07560B0}"/>
    <pc:docChg chg="undo redo custSel modSld">
      <pc:chgData name="Douae Ahadji" userId="981d5584dfa725b0" providerId="LiveId" clId="{A2BAF7E8-3892-495B-9245-0CFFD07560B0}" dt="2026-05-30T18:00:19.455" v="412" actId="478"/>
      <pc:docMkLst>
        <pc:docMk/>
      </pc:docMkLst>
      <pc:sldChg chg="delSp modSp mod">
        <pc:chgData name="Douae Ahadji" userId="981d5584dfa725b0" providerId="LiveId" clId="{A2BAF7E8-3892-495B-9245-0CFFD07560B0}" dt="2026-05-30T17:51:20.208" v="106" actId="478"/>
        <pc:sldMkLst>
          <pc:docMk/>
          <pc:sldMk cId="1735863862" sldId="256"/>
        </pc:sldMkLst>
        <pc:spChg chg="mod">
          <ac:chgData name="Douae Ahadji" userId="981d5584dfa725b0" providerId="LiveId" clId="{A2BAF7E8-3892-495B-9245-0CFFD07560B0}" dt="2026-05-30T17:51:15.664" v="104" actId="20577"/>
          <ac:spMkLst>
            <pc:docMk/>
            <pc:sldMk cId="1735863862" sldId="256"/>
            <ac:spMk id="19" creationId="{0775BBA9-C459-43D1-AED8-6F77896E73B9}"/>
          </ac:spMkLst>
        </pc:spChg>
        <pc:spChg chg="del mod">
          <ac:chgData name="Douae Ahadji" userId="981d5584dfa725b0" providerId="LiveId" clId="{A2BAF7E8-3892-495B-9245-0CFFD07560B0}" dt="2026-05-30T17:51:20.208" v="106" actId="478"/>
          <ac:spMkLst>
            <pc:docMk/>
            <pc:sldMk cId="1735863862" sldId="256"/>
            <ac:spMk id="20" creationId="{1A9E9A31-C0D6-401C-A6F1-E4CBE4711C4A}"/>
          </ac:spMkLst>
        </pc:spChg>
      </pc:sldChg>
      <pc:sldChg chg="delSp modSp mod">
        <pc:chgData name="Douae Ahadji" userId="981d5584dfa725b0" providerId="LiveId" clId="{A2BAF7E8-3892-495B-9245-0CFFD07560B0}" dt="2026-05-30T18:00:19.455" v="412" actId="478"/>
        <pc:sldMkLst>
          <pc:docMk/>
          <pc:sldMk cId="37698586" sldId="257"/>
        </pc:sldMkLst>
        <pc:spChg chg="mod">
          <ac:chgData name="Douae Ahadji" userId="981d5584dfa725b0" providerId="LiveId" clId="{A2BAF7E8-3892-495B-9245-0CFFD07560B0}" dt="2026-05-30T17:52:08.839" v="117" actId="1035"/>
          <ac:spMkLst>
            <pc:docMk/>
            <pc:sldMk cId="37698586" sldId="257"/>
            <ac:spMk id="10" creationId="{0E6E93B9-8C57-429B-8AFF-0C53DCA17EFD}"/>
          </ac:spMkLst>
        </pc:spChg>
        <pc:spChg chg="mod">
          <ac:chgData name="Douae Ahadji" userId="981d5584dfa725b0" providerId="LiveId" clId="{A2BAF7E8-3892-495B-9245-0CFFD07560B0}" dt="2026-05-30T17:52:08.839" v="117" actId="1035"/>
          <ac:spMkLst>
            <pc:docMk/>
            <pc:sldMk cId="37698586" sldId="257"/>
            <ac:spMk id="11" creationId="{1A717808-E911-4F2D-824C-C8435C85B318}"/>
          </ac:spMkLst>
        </pc:spChg>
        <pc:spChg chg="mod">
          <ac:chgData name="Douae Ahadji" userId="981d5584dfa725b0" providerId="LiveId" clId="{A2BAF7E8-3892-495B-9245-0CFFD07560B0}" dt="2026-05-30T17:52:20.808" v="128" actId="1036"/>
          <ac:spMkLst>
            <pc:docMk/>
            <pc:sldMk cId="37698586" sldId="257"/>
            <ac:spMk id="12" creationId="{9540EBD6-0DA5-47C1-B8FF-D92A3C5269CF}"/>
          </ac:spMkLst>
        </pc:spChg>
        <pc:spChg chg="mod">
          <ac:chgData name="Douae Ahadji" userId="981d5584dfa725b0" providerId="LiveId" clId="{A2BAF7E8-3892-495B-9245-0CFFD07560B0}" dt="2026-05-30T17:52:20.808" v="128" actId="1036"/>
          <ac:spMkLst>
            <pc:docMk/>
            <pc:sldMk cId="37698586" sldId="257"/>
            <ac:spMk id="13" creationId="{0C7D7CE5-68DB-4AE8-8DFD-4EB07668C499}"/>
          </ac:spMkLst>
        </pc:spChg>
        <pc:spChg chg="mod">
          <ac:chgData name="Douae Ahadji" userId="981d5584dfa725b0" providerId="LiveId" clId="{A2BAF7E8-3892-495B-9245-0CFFD07560B0}" dt="2026-05-30T17:52:20.808" v="128" actId="1036"/>
          <ac:spMkLst>
            <pc:docMk/>
            <pc:sldMk cId="37698586" sldId="257"/>
            <ac:spMk id="20" creationId="{115096BF-2C7F-4665-BA9D-0A95EF8F11E7}"/>
          </ac:spMkLst>
        </pc:spChg>
        <pc:spChg chg="mod">
          <ac:chgData name="Douae Ahadji" userId="981d5584dfa725b0" providerId="LiveId" clId="{A2BAF7E8-3892-495B-9245-0CFFD07560B0}" dt="2026-05-30T17:52:20.808" v="128" actId="1036"/>
          <ac:spMkLst>
            <pc:docMk/>
            <pc:sldMk cId="37698586" sldId="257"/>
            <ac:spMk id="21" creationId="{888271ED-937A-4A74-BF9C-661CD287C669}"/>
          </ac:spMkLst>
        </pc:spChg>
        <pc:spChg chg="mod">
          <ac:chgData name="Douae Ahadji" userId="981d5584dfa725b0" providerId="LiveId" clId="{A2BAF7E8-3892-495B-9245-0CFFD07560B0}" dt="2026-05-30T17:52:08.839" v="117" actId="1035"/>
          <ac:spMkLst>
            <pc:docMk/>
            <pc:sldMk cId="37698586" sldId="257"/>
            <ac:spMk id="26" creationId="{E4ACDC4E-8D49-402C-AAF1-374E120723FE}"/>
          </ac:spMkLst>
        </pc:spChg>
        <pc:spChg chg="mod">
          <ac:chgData name="Douae Ahadji" userId="981d5584dfa725b0" providerId="LiveId" clId="{A2BAF7E8-3892-495B-9245-0CFFD07560B0}" dt="2026-05-30T17:52:08.839" v="117" actId="1035"/>
          <ac:spMkLst>
            <pc:docMk/>
            <pc:sldMk cId="37698586" sldId="257"/>
            <ac:spMk id="27" creationId="{288C4F45-99E5-47DE-B9F4-5FB5DBFD4DE4}"/>
          </ac:spMkLst>
        </pc:spChg>
        <pc:spChg chg="mod">
          <ac:chgData name="Douae Ahadji" userId="981d5584dfa725b0" providerId="LiveId" clId="{A2BAF7E8-3892-495B-9245-0CFFD07560B0}" dt="2026-05-30T17:52:20.808" v="128" actId="1036"/>
          <ac:spMkLst>
            <pc:docMk/>
            <pc:sldMk cId="37698586" sldId="257"/>
            <ac:spMk id="28" creationId="{906673FE-8117-49F7-8861-35EDD6026F6D}"/>
          </ac:spMkLst>
        </pc:spChg>
        <pc:spChg chg="mod">
          <ac:chgData name="Douae Ahadji" userId="981d5584dfa725b0" providerId="LiveId" clId="{A2BAF7E8-3892-495B-9245-0CFFD07560B0}" dt="2026-05-30T17:52:20.808" v="128" actId="1036"/>
          <ac:spMkLst>
            <pc:docMk/>
            <pc:sldMk cId="37698586" sldId="257"/>
            <ac:spMk id="29" creationId="{9676AC23-E143-48D5-B0E8-62C675EA9B07}"/>
          </ac:spMkLst>
        </pc:spChg>
        <pc:spChg chg="del">
          <ac:chgData name="Douae Ahadji" userId="981d5584dfa725b0" providerId="LiveId" clId="{A2BAF7E8-3892-495B-9245-0CFFD07560B0}" dt="2026-05-30T18:00:19.455" v="412" actId="478"/>
          <ac:spMkLst>
            <pc:docMk/>
            <pc:sldMk cId="37698586" sldId="257"/>
            <ac:spMk id="36" creationId="{F495F9E1-8526-4629-B664-FFCB1FCC76D0}"/>
          </ac:spMkLst>
        </pc:spChg>
        <pc:spChg chg="mod">
          <ac:chgData name="Douae Ahadji" userId="981d5584dfa725b0" providerId="LiveId" clId="{A2BAF7E8-3892-495B-9245-0CFFD07560B0}" dt="2026-05-30T17:52:00.226" v="108" actId="1076"/>
          <ac:spMkLst>
            <pc:docMk/>
            <pc:sldMk cId="37698586" sldId="257"/>
            <ac:spMk id="38" creationId="{A3193122-31A9-4058-BFBA-E4C2C6CC968B}"/>
          </ac:spMkLst>
        </pc:spChg>
      </pc:sldChg>
      <pc:sldChg chg="delSp modSp mod">
        <pc:chgData name="Douae Ahadji" userId="981d5584dfa725b0" providerId="LiveId" clId="{A2BAF7E8-3892-495B-9245-0CFFD07560B0}" dt="2026-05-30T18:00:14.630" v="411" actId="478"/>
        <pc:sldMkLst>
          <pc:docMk/>
          <pc:sldMk cId="1309823574" sldId="258"/>
        </pc:sldMkLst>
        <pc:spChg chg="mod">
          <ac:chgData name="Douae Ahadji" userId="981d5584dfa725b0" providerId="LiveId" clId="{A2BAF7E8-3892-495B-9245-0CFFD07560B0}" dt="2026-05-30T17:52:35.031" v="138" actId="1036"/>
          <ac:spMkLst>
            <pc:docMk/>
            <pc:sldMk cId="1309823574" sldId="258"/>
            <ac:spMk id="14" creationId="{13862605-475E-45B3-8BF2-1F90A7C22174}"/>
          </ac:spMkLst>
        </pc:spChg>
        <pc:spChg chg="mod">
          <ac:chgData name="Douae Ahadji" userId="981d5584dfa725b0" providerId="LiveId" clId="{A2BAF7E8-3892-495B-9245-0CFFD07560B0}" dt="2026-05-30T17:52:35.031" v="138" actId="1036"/>
          <ac:spMkLst>
            <pc:docMk/>
            <pc:sldMk cId="1309823574" sldId="258"/>
            <ac:spMk id="15" creationId="{7D8C05DD-B4A9-42AC-AF96-D3A9C91A7462}"/>
          </ac:spMkLst>
        </pc:spChg>
        <pc:spChg chg="mod">
          <ac:chgData name="Douae Ahadji" userId="981d5584dfa725b0" providerId="LiveId" clId="{A2BAF7E8-3892-495B-9245-0CFFD07560B0}" dt="2026-05-30T17:52:35.031" v="138" actId="1036"/>
          <ac:spMkLst>
            <pc:docMk/>
            <pc:sldMk cId="1309823574" sldId="258"/>
            <ac:spMk id="24" creationId="{B1A74FCB-E3E1-4EC4-8988-1D9A01749591}"/>
          </ac:spMkLst>
        </pc:spChg>
        <pc:spChg chg="mod">
          <ac:chgData name="Douae Ahadji" userId="981d5584dfa725b0" providerId="LiveId" clId="{A2BAF7E8-3892-495B-9245-0CFFD07560B0}" dt="2026-05-30T17:52:35.031" v="138" actId="1036"/>
          <ac:spMkLst>
            <pc:docMk/>
            <pc:sldMk cId="1309823574" sldId="258"/>
            <ac:spMk id="25" creationId="{15974C3C-0C6E-415C-86AF-63BEA50DF58F}"/>
          </ac:spMkLst>
        </pc:spChg>
        <pc:spChg chg="mod">
          <ac:chgData name="Douae Ahadji" userId="981d5584dfa725b0" providerId="LiveId" clId="{A2BAF7E8-3892-495B-9245-0CFFD07560B0}" dt="2026-05-30T17:52:35.031" v="138" actId="1036"/>
          <ac:spMkLst>
            <pc:docMk/>
            <pc:sldMk cId="1309823574" sldId="258"/>
            <ac:spMk id="34" creationId="{C993BCC3-26B3-4A16-A09C-3D116A278D03}"/>
          </ac:spMkLst>
        </pc:spChg>
        <pc:spChg chg="mod">
          <ac:chgData name="Douae Ahadji" userId="981d5584dfa725b0" providerId="LiveId" clId="{A2BAF7E8-3892-495B-9245-0CFFD07560B0}" dt="2026-05-30T17:52:35.031" v="138" actId="1036"/>
          <ac:spMkLst>
            <pc:docMk/>
            <pc:sldMk cId="1309823574" sldId="258"/>
            <ac:spMk id="35" creationId="{7494378F-CC9D-49E6-95F9-9608CC4A6A02}"/>
          </ac:spMkLst>
        </pc:spChg>
        <pc:spChg chg="del">
          <ac:chgData name="Douae Ahadji" userId="981d5584dfa725b0" providerId="LiveId" clId="{A2BAF7E8-3892-495B-9245-0CFFD07560B0}" dt="2026-05-30T18:00:14.630" v="411" actId="478"/>
          <ac:spMkLst>
            <pc:docMk/>
            <pc:sldMk cId="1309823574" sldId="258"/>
            <ac:spMk id="36" creationId="{7537A284-3E84-4A91-BF29-5D7CF07586EF}"/>
          </ac:spMkLst>
        </pc:spChg>
      </pc:sldChg>
      <pc:sldChg chg="delSp modSp mod">
        <pc:chgData name="Douae Ahadji" userId="981d5584dfa725b0" providerId="LiveId" clId="{A2BAF7E8-3892-495B-9245-0CFFD07560B0}" dt="2026-05-30T18:00:10.903" v="410" actId="478"/>
        <pc:sldMkLst>
          <pc:docMk/>
          <pc:sldMk cId="1084610584" sldId="259"/>
        </pc:sldMkLst>
        <pc:spChg chg="mod">
          <ac:chgData name="Douae Ahadji" userId="981d5584dfa725b0" providerId="LiveId" clId="{A2BAF7E8-3892-495B-9245-0CFFD07560B0}" dt="2026-05-30T17:52:49.295" v="151" actId="1036"/>
          <ac:spMkLst>
            <pc:docMk/>
            <pc:sldMk cId="1084610584" sldId="259"/>
            <ac:spMk id="10" creationId="{CE20B90E-9015-447E-B06F-06966C747A63}"/>
          </ac:spMkLst>
        </pc:spChg>
        <pc:spChg chg="mod">
          <ac:chgData name="Douae Ahadji" userId="981d5584dfa725b0" providerId="LiveId" clId="{A2BAF7E8-3892-495B-9245-0CFFD07560B0}" dt="2026-05-30T17:52:49.295" v="151" actId="1036"/>
          <ac:spMkLst>
            <pc:docMk/>
            <pc:sldMk cId="1084610584" sldId="259"/>
            <ac:spMk id="11" creationId="{71E7D2BA-4B92-4F11-9FE3-40AAB78F57BD}"/>
          </ac:spMkLst>
        </pc:spChg>
        <pc:spChg chg="del">
          <ac:chgData name="Douae Ahadji" userId="981d5584dfa725b0" providerId="LiveId" clId="{A2BAF7E8-3892-495B-9245-0CFFD07560B0}" dt="2026-05-30T18:00:10.903" v="410" actId="478"/>
          <ac:spMkLst>
            <pc:docMk/>
            <pc:sldMk cId="1084610584" sldId="259"/>
            <ac:spMk id="28" creationId="{85606FF4-9FBF-4700-ACCF-BC53DAFFFF03}"/>
          </ac:spMkLst>
        </pc:spChg>
      </pc:sldChg>
      <pc:sldChg chg="delSp modSp mod">
        <pc:chgData name="Douae Ahadji" userId="981d5584dfa725b0" providerId="LiveId" clId="{A2BAF7E8-3892-495B-9245-0CFFD07560B0}" dt="2026-05-30T18:00:06.829" v="409" actId="478"/>
        <pc:sldMkLst>
          <pc:docMk/>
          <pc:sldMk cId="1130706331" sldId="260"/>
        </pc:sldMkLst>
        <pc:spChg chg="mod">
          <ac:chgData name="Douae Ahadji" userId="981d5584dfa725b0" providerId="LiveId" clId="{A2BAF7E8-3892-495B-9245-0CFFD07560B0}" dt="2026-05-30T17:53:02.887" v="163" actId="1035"/>
          <ac:spMkLst>
            <pc:docMk/>
            <pc:sldMk cId="1130706331" sldId="260"/>
            <ac:spMk id="10" creationId="{17596D84-D2F7-4B9C-B041-D8EA081D80E4}"/>
          </ac:spMkLst>
        </pc:spChg>
        <pc:spChg chg="mod">
          <ac:chgData name="Douae Ahadji" userId="981d5584dfa725b0" providerId="LiveId" clId="{A2BAF7E8-3892-495B-9245-0CFFD07560B0}" dt="2026-05-30T17:53:02.887" v="163" actId="1035"/>
          <ac:spMkLst>
            <pc:docMk/>
            <pc:sldMk cId="1130706331" sldId="260"/>
            <ac:spMk id="11" creationId="{B766BB66-B2C1-4E05-A0CC-4B570DA238CC}"/>
          </ac:spMkLst>
        </pc:spChg>
        <pc:spChg chg="mod">
          <ac:chgData name="Douae Ahadji" userId="981d5584dfa725b0" providerId="LiveId" clId="{A2BAF7E8-3892-495B-9245-0CFFD07560B0}" dt="2026-05-30T17:53:02.887" v="163" actId="1035"/>
          <ac:spMkLst>
            <pc:docMk/>
            <pc:sldMk cId="1130706331" sldId="260"/>
            <ac:spMk id="16" creationId="{D0FE73C6-9295-4820-9981-8D84108A6C87}"/>
          </ac:spMkLst>
        </pc:spChg>
        <pc:spChg chg="mod">
          <ac:chgData name="Douae Ahadji" userId="981d5584dfa725b0" providerId="LiveId" clId="{A2BAF7E8-3892-495B-9245-0CFFD07560B0}" dt="2026-05-30T17:53:02.887" v="163" actId="1035"/>
          <ac:spMkLst>
            <pc:docMk/>
            <pc:sldMk cId="1130706331" sldId="260"/>
            <ac:spMk id="17" creationId="{BC4535E0-957B-42DD-91A2-7D1952401F71}"/>
          </ac:spMkLst>
        </pc:spChg>
        <pc:spChg chg="mod">
          <ac:chgData name="Douae Ahadji" userId="981d5584dfa725b0" providerId="LiveId" clId="{A2BAF7E8-3892-495B-9245-0CFFD07560B0}" dt="2026-05-30T17:53:02.887" v="163" actId="1035"/>
          <ac:spMkLst>
            <pc:docMk/>
            <pc:sldMk cId="1130706331" sldId="260"/>
            <ac:spMk id="22" creationId="{4F650546-C79A-4507-B0F8-711FE144888E}"/>
          </ac:spMkLst>
        </pc:spChg>
        <pc:spChg chg="mod">
          <ac:chgData name="Douae Ahadji" userId="981d5584dfa725b0" providerId="LiveId" clId="{A2BAF7E8-3892-495B-9245-0CFFD07560B0}" dt="2026-05-30T17:53:02.887" v="163" actId="1035"/>
          <ac:spMkLst>
            <pc:docMk/>
            <pc:sldMk cId="1130706331" sldId="260"/>
            <ac:spMk id="23" creationId="{162FD31F-3A28-4A78-8107-8C1B09F03399}"/>
          </ac:spMkLst>
        </pc:spChg>
        <pc:spChg chg="del">
          <ac:chgData name="Douae Ahadji" userId="981d5584dfa725b0" providerId="LiveId" clId="{A2BAF7E8-3892-495B-9245-0CFFD07560B0}" dt="2026-05-30T18:00:06.829" v="409" actId="478"/>
          <ac:spMkLst>
            <pc:docMk/>
            <pc:sldMk cId="1130706331" sldId="260"/>
            <ac:spMk id="30" creationId="{FE422546-663B-47CE-BCAF-5FC25BEA513E}"/>
          </ac:spMkLst>
        </pc:spChg>
      </pc:sldChg>
      <pc:sldChg chg="delSp mod">
        <pc:chgData name="Douae Ahadji" userId="981d5584dfa725b0" providerId="LiveId" clId="{A2BAF7E8-3892-495B-9245-0CFFD07560B0}" dt="2026-05-30T18:00:02.832" v="408" actId="478"/>
        <pc:sldMkLst>
          <pc:docMk/>
          <pc:sldMk cId="1204936327" sldId="261"/>
        </pc:sldMkLst>
        <pc:spChg chg="del">
          <ac:chgData name="Douae Ahadji" userId="981d5584dfa725b0" providerId="LiveId" clId="{A2BAF7E8-3892-495B-9245-0CFFD07560B0}" dt="2026-05-30T18:00:02.832" v="408" actId="478"/>
          <ac:spMkLst>
            <pc:docMk/>
            <pc:sldMk cId="1204936327" sldId="261"/>
            <ac:spMk id="26" creationId="{3DC15CC0-BB21-420E-9D80-468F34F2D79A}"/>
          </ac:spMkLst>
        </pc:spChg>
      </pc:sldChg>
      <pc:sldChg chg="delSp mod">
        <pc:chgData name="Douae Ahadji" userId="981d5584dfa725b0" providerId="LiveId" clId="{A2BAF7E8-3892-495B-9245-0CFFD07560B0}" dt="2026-05-30T17:59:56.267" v="407" actId="478"/>
        <pc:sldMkLst>
          <pc:docMk/>
          <pc:sldMk cId="1915211500" sldId="262"/>
        </pc:sldMkLst>
        <pc:spChg chg="del">
          <ac:chgData name="Douae Ahadji" userId="981d5584dfa725b0" providerId="LiveId" clId="{A2BAF7E8-3892-495B-9245-0CFFD07560B0}" dt="2026-05-30T17:59:56.267" v="407" actId="478"/>
          <ac:spMkLst>
            <pc:docMk/>
            <pc:sldMk cId="1915211500" sldId="262"/>
            <ac:spMk id="26" creationId="{EBC2CAE8-6366-411B-A88C-089E34D3F8D4}"/>
          </ac:spMkLst>
        </pc:spChg>
      </pc:sldChg>
      <pc:sldChg chg="delSp modSp mod">
        <pc:chgData name="Douae Ahadji" userId="981d5584dfa725b0" providerId="LiveId" clId="{A2BAF7E8-3892-495B-9245-0CFFD07560B0}" dt="2026-05-30T17:53:50.026" v="190" actId="478"/>
        <pc:sldMkLst>
          <pc:docMk/>
          <pc:sldMk cId="705850985" sldId="264"/>
        </pc:sldMkLst>
        <pc:spChg chg="mod">
          <ac:chgData name="Douae Ahadji" userId="981d5584dfa725b0" providerId="LiveId" clId="{A2BAF7E8-3892-495B-9245-0CFFD07560B0}" dt="2026-05-30T17:53:27.836" v="176" actId="1036"/>
          <ac:spMkLst>
            <pc:docMk/>
            <pc:sldMk cId="705850985" sldId="264"/>
            <ac:spMk id="10" creationId="{D4A2FB24-A230-43EA-A3BD-5C3C7343228C}"/>
          </ac:spMkLst>
        </pc:spChg>
        <pc:spChg chg="mod">
          <ac:chgData name="Douae Ahadji" userId="981d5584dfa725b0" providerId="LiveId" clId="{A2BAF7E8-3892-495B-9245-0CFFD07560B0}" dt="2026-05-30T17:53:43.077" v="189" actId="1036"/>
          <ac:spMkLst>
            <pc:docMk/>
            <pc:sldMk cId="705850985" sldId="264"/>
            <ac:spMk id="12" creationId="{9B70817C-6DD1-49FE-B45B-64486F04D67A}"/>
          </ac:spMkLst>
        </pc:spChg>
        <pc:spChg chg="mod">
          <ac:chgData name="Douae Ahadji" userId="981d5584dfa725b0" providerId="LiveId" clId="{A2BAF7E8-3892-495B-9245-0CFFD07560B0}" dt="2026-05-30T17:53:43.077" v="189" actId="1036"/>
          <ac:spMkLst>
            <pc:docMk/>
            <pc:sldMk cId="705850985" sldId="264"/>
            <ac:spMk id="13" creationId="{D81A5167-C52B-4062-BE64-18CEE708E499}"/>
          </ac:spMkLst>
        </pc:spChg>
        <pc:spChg chg="mod">
          <ac:chgData name="Douae Ahadji" userId="981d5584dfa725b0" providerId="LiveId" clId="{A2BAF7E8-3892-495B-9245-0CFFD07560B0}" dt="2026-05-30T17:53:27.836" v="176" actId="1036"/>
          <ac:spMkLst>
            <pc:docMk/>
            <pc:sldMk cId="705850985" sldId="264"/>
            <ac:spMk id="18" creationId="{145B27FA-055E-4CB7-B8E2-C8AB628EFDCA}"/>
          </ac:spMkLst>
        </pc:spChg>
        <pc:spChg chg="mod">
          <ac:chgData name="Douae Ahadji" userId="981d5584dfa725b0" providerId="LiveId" clId="{A2BAF7E8-3892-495B-9245-0CFFD07560B0}" dt="2026-05-30T17:53:27.836" v="176" actId="1036"/>
          <ac:spMkLst>
            <pc:docMk/>
            <pc:sldMk cId="705850985" sldId="264"/>
            <ac:spMk id="19" creationId="{7D8C37D9-14B1-47C4-AE13-05D139EB8154}"/>
          </ac:spMkLst>
        </pc:spChg>
        <pc:spChg chg="mod">
          <ac:chgData name="Douae Ahadji" userId="981d5584dfa725b0" providerId="LiveId" clId="{A2BAF7E8-3892-495B-9245-0CFFD07560B0}" dt="2026-05-30T17:53:43.077" v="189" actId="1036"/>
          <ac:spMkLst>
            <pc:docMk/>
            <pc:sldMk cId="705850985" sldId="264"/>
            <ac:spMk id="20" creationId="{1A334179-2ABF-4E99-B8F7-1AD481CABB17}"/>
          </ac:spMkLst>
        </pc:spChg>
        <pc:spChg chg="mod">
          <ac:chgData name="Douae Ahadji" userId="981d5584dfa725b0" providerId="LiveId" clId="{A2BAF7E8-3892-495B-9245-0CFFD07560B0}" dt="2026-05-30T17:53:43.077" v="189" actId="1036"/>
          <ac:spMkLst>
            <pc:docMk/>
            <pc:sldMk cId="705850985" sldId="264"/>
            <ac:spMk id="21" creationId="{786B7DC3-0ADD-45E3-9024-71942A08E372}"/>
          </ac:spMkLst>
        </pc:spChg>
        <pc:spChg chg="mod">
          <ac:chgData name="Douae Ahadji" userId="981d5584dfa725b0" providerId="LiveId" clId="{A2BAF7E8-3892-495B-9245-0CFFD07560B0}" dt="2026-05-30T17:53:27.836" v="176" actId="1036"/>
          <ac:spMkLst>
            <pc:docMk/>
            <pc:sldMk cId="705850985" sldId="264"/>
            <ac:spMk id="26" creationId="{A81D066A-97D3-43CB-BD41-2533A673FF95}"/>
          </ac:spMkLst>
        </pc:spChg>
        <pc:spChg chg="mod">
          <ac:chgData name="Douae Ahadji" userId="981d5584dfa725b0" providerId="LiveId" clId="{A2BAF7E8-3892-495B-9245-0CFFD07560B0}" dt="2026-05-30T17:53:27.836" v="176" actId="1036"/>
          <ac:spMkLst>
            <pc:docMk/>
            <pc:sldMk cId="705850985" sldId="264"/>
            <ac:spMk id="27" creationId="{53921DAD-4DA9-4066-8CF2-E7D5203B0031}"/>
          </ac:spMkLst>
        </pc:spChg>
        <pc:spChg chg="mod">
          <ac:chgData name="Douae Ahadji" userId="981d5584dfa725b0" providerId="LiveId" clId="{A2BAF7E8-3892-495B-9245-0CFFD07560B0}" dt="2026-05-30T17:53:43.077" v="189" actId="1036"/>
          <ac:spMkLst>
            <pc:docMk/>
            <pc:sldMk cId="705850985" sldId="264"/>
            <ac:spMk id="28" creationId="{5254C472-C323-45D9-9CDB-3DAF9A69CB6D}"/>
          </ac:spMkLst>
        </pc:spChg>
        <pc:spChg chg="mod">
          <ac:chgData name="Douae Ahadji" userId="981d5584dfa725b0" providerId="LiveId" clId="{A2BAF7E8-3892-495B-9245-0CFFD07560B0}" dt="2026-05-30T17:53:43.077" v="189" actId="1036"/>
          <ac:spMkLst>
            <pc:docMk/>
            <pc:sldMk cId="705850985" sldId="264"/>
            <ac:spMk id="29" creationId="{16076BD7-6C0F-43E1-A684-EEC1DDB845CD}"/>
          </ac:spMkLst>
        </pc:spChg>
        <pc:spChg chg="del">
          <ac:chgData name="Douae Ahadji" userId="981d5584dfa725b0" providerId="LiveId" clId="{A2BAF7E8-3892-495B-9245-0CFFD07560B0}" dt="2026-05-30T17:53:50.026" v="190" actId="478"/>
          <ac:spMkLst>
            <pc:docMk/>
            <pc:sldMk cId="705850985" sldId="264"/>
            <ac:spMk id="36" creationId="{ABB52E2E-81A5-4BE1-9795-73EF8B6AFE87}"/>
          </ac:spMkLst>
        </pc:spChg>
      </pc:sldChg>
      <pc:sldChg chg="delSp modSp mod">
        <pc:chgData name="Douae Ahadji" userId="981d5584dfa725b0" providerId="LiveId" clId="{A2BAF7E8-3892-495B-9245-0CFFD07560B0}" dt="2026-05-30T17:59:49.526" v="406" actId="478"/>
        <pc:sldMkLst>
          <pc:docMk/>
          <pc:sldMk cId="1003793145" sldId="265"/>
        </pc:sldMkLst>
        <pc:spChg chg="mod">
          <ac:chgData name="Douae Ahadji" userId="981d5584dfa725b0" providerId="LiveId" clId="{A2BAF7E8-3892-495B-9245-0CFFD07560B0}" dt="2026-05-30T17:54:19.378" v="201" actId="1036"/>
          <ac:spMkLst>
            <pc:docMk/>
            <pc:sldMk cId="1003793145" sldId="265"/>
            <ac:spMk id="22" creationId="{287853AC-854A-4633-8D1A-5263D6EA6D3D}"/>
          </ac:spMkLst>
        </pc:spChg>
        <pc:spChg chg="mod">
          <ac:chgData name="Douae Ahadji" userId="981d5584dfa725b0" providerId="LiveId" clId="{A2BAF7E8-3892-495B-9245-0CFFD07560B0}" dt="2026-05-30T17:54:19.378" v="201" actId="1036"/>
          <ac:spMkLst>
            <pc:docMk/>
            <pc:sldMk cId="1003793145" sldId="265"/>
            <ac:spMk id="23" creationId="{74D5CF41-F739-4475-8471-7FD1F2B37E0D}"/>
          </ac:spMkLst>
        </pc:spChg>
        <pc:spChg chg="del">
          <ac:chgData name="Douae Ahadji" userId="981d5584dfa725b0" providerId="LiveId" clId="{A2BAF7E8-3892-495B-9245-0CFFD07560B0}" dt="2026-05-30T17:59:49.526" v="406" actId="478"/>
          <ac:spMkLst>
            <pc:docMk/>
            <pc:sldMk cId="1003793145" sldId="265"/>
            <ac:spMk id="36" creationId="{94388459-5A3D-4056-B2A7-D4239D942F9C}"/>
          </ac:spMkLst>
        </pc:spChg>
      </pc:sldChg>
      <pc:sldChg chg="delSp mod">
        <pc:chgData name="Douae Ahadji" userId="981d5584dfa725b0" providerId="LiveId" clId="{A2BAF7E8-3892-495B-9245-0CFFD07560B0}" dt="2026-05-30T17:59:45.649" v="405" actId="478"/>
        <pc:sldMkLst>
          <pc:docMk/>
          <pc:sldMk cId="1107267231" sldId="266"/>
        </pc:sldMkLst>
        <pc:spChg chg="del">
          <ac:chgData name="Douae Ahadji" userId="981d5584dfa725b0" providerId="LiveId" clId="{A2BAF7E8-3892-495B-9245-0CFFD07560B0}" dt="2026-05-30T17:59:45.649" v="405" actId="478"/>
          <ac:spMkLst>
            <pc:docMk/>
            <pc:sldMk cId="1107267231" sldId="266"/>
            <ac:spMk id="26" creationId="{0539681E-189D-4F65-B735-36CADE57ACFE}"/>
          </ac:spMkLst>
        </pc:spChg>
      </pc:sldChg>
      <pc:sldChg chg="delSp mod">
        <pc:chgData name="Douae Ahadji" userId="981d5584dfa725b0" providerId="LiveId" clId="{A2BAF7E8-3892-495B-9245-0CFFD07560B0}" dt="2026-05-30T17:59:39.474" v="404" actId="478"/>
        <pc:sldMkLst>
          <pc:docMk/>
          <pc:sldMk cId="8207604" sldId="267"/>
        </pc:sldMkLst>
        <pc:spChg chg="del">
          <ac:chgData name="Douae Ahadji" userId="981d5584dfa725b0" providerId="LiveId" clId="{A2BAF7E8-3892-495B-9245-0CFFD07560B0}" dt="2026-05-30T17:59:39.474" v="404" actId="478"/>
          <ac:spMkLst>
            <pc:docMk/>
            <pc:sldMk cId="8207604" sldId="267"/>
            <ac:spMk id="31" creationId="{CEEF5C01-8F93-4D36-8738-228D4996A7CF}"/>
          </ac:spMkLst>
        </pc:spChg>
      </pc:sldChg>
      <pc:sldChg chg="delSp modSp mod">
        <pc:chgData name="Douae Ahadji" userId="981d5584dfa725b0" providerId="LiveId" clId="{A2BAF7E8-3892-495B-9245-0CFFD07560B0}" dt="2026-05-30T17:59:34.259" v="403" actId="478"/>
        <pc:sldMkLst>
          <pc:docMk/>
          <pc:sldMk cId="1337571099" sldId="268"/>
        </pc:sldMkLst>
        <pc:spChg chg="mod">
          <ac:chgData name="Douae Ahadji" userId="981d5584dfa725b0" providerId="LiveId" clId="{A2BAF7E8-3892-495B-9245-0CFFD07560B0}" dt="2026-05-30T17:54:43.005" v="217" actId="1036"/>
          <ac:spMkLst>
            <pc:docMk/>
            <pc:sldMk cId="1337571099" sldId="268"/>
            <ac:spMk id="22" creationId="{8D760E0D-6778-4262-A2ED-B5FA5CC1C185}"/>
          </ac:spMkLst>
        </pc:spChg>
        <pc:spChg chg="mod">
          <ac:chgData name="Douae Ahadji" userId="981d5584dfa725b0" providerId="LiveId" clId="{A2BAF7E8-3892-495B-9245-0CFFD07560B0}" dt="2026-05-30T17:54:43.005" v="217" actId="1036"/>
          <ac:spMkLst>
            <pc:docMk/>
            <pc:sldMk cId="1337571099" sldId="268"/>
            <ac:spMk id="23" creationId="{2C5BE6F5-5E8D-421E-8C5B-49862D927700}"/>
          </ac:spMkLst>
        </pc:spChg>
        <pc:spChg chg="del">
          <ac:chgData name="Douae Ahadji" userId="981d5584dfa725b0" providerId="LiveId" clId="{A2BAF7E8-3892-495B-9245-0CFFD07560B0}" dt="2026-05-30T17:59:34.259" v="403" actId="478"/>
          <ac:spMkLst>
            <pc:docMk/>
            <pc:sldMk cId="1337571099" sldId="268"/>
            <ac:spMk id="34" creationId="{0415D14F-F4DD-49F2-89CA-73253411A594}"/>
          </ac:spMkLst>
        </pc:spChg>
      </pc:sldChg>
      <pc:sldChg chg="delSp mod">
        <pc:chgData name="Douae Ahadji" userId="981d5584dfa725b0" providerId="LiveId" clId="{A2BAF7E8-3892-495B-9245-0CFFD07560B0}" dt="2026-05-30T17:59:29.639" v="402" actId="478"/>
        <pc:sldMkLst>
          <pc:docMk/>
          <pc:sldMk cId="263126144" sldId="269"/>
        </pc:sldMkLst>
        <pc:spChg chg="del">
          <ac:chgData name="Douae Ahadji" userId="981d5584dfa725b0" providerId="LiveId" clId="{A2BAF7E8-3892-495B-9245-0CFFD07560B0}" dt="2026-05-30T17:59:29.639" v="402" actId="478"/>
          <ac:spMkLst>
            <pc:docMk/>
            <pc:sldMk cId="263126144" sldId="269"/>
            <ac:spMk id="40" creationId="{C061CE4F-9D6B-4199-8240-7020DD676628}"/>
          </ac:spMkLst>
        </pc:spChg>
      </pc:sldChg>
      <pc:sldChg chg="delSp mod">
        <pc:chgData name="Douae Ahadji" userId="981d5584dfa725b0" providerId="LiveId" clId="{A2BAF7E8-3892-495B-9245-0CFFD07560B0}" dt="2026-05-30T17:59:24.946" v="401" actId="478"/>
        <pc:sldMkLst>
          <pc:docMk/>
          <pc:sldMk cId="1439933482" sldId="270"/>
        </pc:sldMkLst>
        <pc:spChg chg="del">
          <ac:chgData name="Douae Ahadji" userId="981d5584dfa725b0" providerId="LiveId" clId="{A2BAF7E8-3892-495B-9245-0CFFD07560B0}" dt="2026-05-30T17:59:24.946" v="401" actId="478"/>
          <ac:spMkLst>
            <pc:docMk/>
            <pc:sldMk cId="1439933482" sldId="270"/>
            <ac:spMk id="26" creationId="{768E6E27-5CC8-436A-ACCF-881513FAA550}"/>
          </ac:spMkLst>
        </pc:spChg>
      </pc:sldChg>
      <pc:sldChg chg="delSp modSp mod">
        <pc:chgData name="Douae Ahadji" userId="981d5584dfa725b0" providerId="LiveId" clId="{A2BAF7E8-3892-495B-9245-0CFFD07560B0}" dt="2026-05-30T17:59:18.397" v="400" actId="478"/>
        <pc:sldMkLst>
          <pc:docMk/>
          <pc:sldMk cId="1753032477" sldId="271"/>
        </pc:sldMkLst>
        <pc:spChg chg="mod">
          <ac:chgData name="Douae Ahadji" userId="981d5584dfa725b0" providerId="LiveId" clId="{A2BAF7E8-3892-495B-9245-0CFFD07560B0}" dt="2026-05-30T17:54:59.796" v="231" actId="1036"/>
          <ac:spMkLst>
            <pc:docMk/>
            <pc:sldMk cId="1753032477" sldId="271"/>
            <ac:spMk id="35" creationId="{FDE33A2C-4789-4EF3-A63D-E69E4B9A3AFE}"/>
          </ac:spMkLst>
        </pc:spChg>
        <pc:spChg chg="mod">
          <ac:chgData name="Douae Ahadji" userId="981d5584dfa725b0" providerId="LiveId" clId="{A2BAF7E8-3892-495B-9245-0CFFD07560B0}" dt="2026-05-30T17:54:59.796" v="231" actId="1036"/>
          <ac:spMkLst>
            <pc:docMk/>
            <pc:sldMk cId="1753032477" sldId="271"/>
            <ac:spMk id="36" creationId="{A78ED902-8D93-4E6B-9713-96C1D3303363}"/>
          </ac:spMkLst>
        </pc:spChg>
        <pc:spChg chg="del">
          <ac:chgData name="Douae Ahadji" userId="981d5584dfa725b0" providerId="LiveId" clId="{A2BAF7E8-3892-495B-9245-0CFFD07560B0}" dt="2026-05-30T17:59:18.397" v="400" actId="478"/>
          <ac:spMkLst>
            <pc:docMk/>
            <pc:sldMk cId="1753032477" sldId="271"/>
            <ac:spMk id="37" creationId="{F25452ED-82CF-47E7-A076-6DA8C416A844}"/>
          </ac:spMkLst>
        </pc:spChg>
      </pc:sldChg>
      <pc:sldChg chg="delSp modSp mod">
        <pc:chgData name="Douae Ahadji" userId="981d5584dfa725b0" providerId="LiveId" clId="{A2BAF7E8-3892-495B-9245-0CFFD07560B0}" dt="2026-05-30T17:59:14.544" v="399" actId="478"/>
        <pc:sldMkLst>
          <pc:docMk/>
          <pc:sldMk cId="394972407" sldId="272"/>
        </pc:sldMkLst>
        <pc:spChg chg="del mod">
          <ac:chgData name="Douae Ahadji" userId="981d5584dfa725b0" providerId="LiveId" clId="{A2BAF7E8-3892-495B-9245-0CFFD07560B0}" dt="2026-05-30T17:59:14.544" v="399" actId="478"/>
          <ac:spMkLst>
            <pc:docMk/>
            <pc:sldMk cId="394972407" sldId="272"/>
            <ac:spMk id="16" creationId="{E500DBF6-3F80-480C-A10F-45888453E2C8}"/>
          </ac:spMkLst>
        </pc:spChg>
      </pc:sldChg>
      <pc:sldChg chg="delSp mod">
        <pc:chgData name="Douae Ahadji" userId="981d5584dfa725b0" providerId="LiveId" clId="{A2BAF7E8-3892-495B-9245-0CFFD07560B0}" dt="2026-05-30T17:59:09.228" v="397" actId="478"/>
        <pc:sldMkLst>
          <pc:docMk/>
          <pc:sldMk cId="788542625" sldId="273"/>
        </pc:sldMkLst>
        <pc:spChg chg="del">
          <ac:chgData name="Douae Ahadji" userId="981d5584dfa725b0" providerId="LiveId" clId="{A2BAF7E8-3892-495B-9245-0CFFD07560B0}" dt="2026-05-30T17:59:09.228" v="397" actId="478"/>
          <ac:spMkLst>
            <pc:docMk/>
            <pc:sldMk cId="788542625" sldId="273"/>
            <ac:spMk id="26" creationId="{38E5856A-7133-4F3F-8B07-43FA8F533722}"/>
          </ac:spMkLst>
        </pc:spChg>
      </pc:sldChg>
      <pc:sldChg chg="delSp modSp mod">
        <pc:chgData name="Douae Ahadji" userId="981d5584dfa725b0" providerId="LiveId" clId="{A2BAF7E8-3892-495B-9245-0CFFD07560B0}" dt="2026-05-30T17:59:01.576" v="396" actId="478"/>
        <pc:sldMkLst>
          <pc:docMk/>
          <pc:sldMk cId="1697194938" sldId="274"/>
        </pc:sldMkLst>
        <pc:spChg chg="mod">
          <ac:chgData name="Douae Ahadji" userId="981d5584dfa725b0" providerId="LiveId" clId="{A2BAF7E8-3892-495B-9245-0CFFD07560B0}" dt="2026-05-30T17:55:32.689" v="240" actId="1036"/>
          <ac:spMkLst>
            <pc:docMk/>
            <pc:sldMk cId="1697194938" sldId="274"/>
            <ac:spMk id="10" creationId="{4FDA66BC-6C88-4008-97CE-C57F77284737}"/>
          </ac:spMkLst>
        </pc:spChg>
        <pc:spChg chg="mod">
          <ac:chgData name="Douae Ahadji" userId="981d5584dfa725b0" providerId="LiveId" clId="{A2BAF7E8-3892-495B-9245-0CFFD07560B0}" dt="2026-05-30T17:55:32.689" v="240" actId="1036"/>
          <ac:spMkLst>
            <pc:docMk/>
            <pc:sldMk cId="1697194938" sldId="274"/>
            <ac:spMk id="11" creationId="{DA369538-5F35-4B83-A5D6-611CE01C658D}"/>
          </ac:spMkLst>
        </pc:spChg>
        <pc:spChg chg="mod">
          <ac:chgData name="Douae Ahadji" userId="981d5584dfa725b0" providerId="LiveId" clId="{A2BAF7E8-3892-495B-9245-0CFFD07560B0}" dt="2026-05-30T17:55:46.431" v="253" actId="1036"/>
          <ac:spMkLst>
            <pc:docMk/>
            <pc:sldMk cId="1697194938" sldId="274"/>
            <ac:spMk id="12" creationId="{CD2B9982-F2EB-499F-B38B-D91BABDB3FDF}"/>
          </ac:spMkLst>
        </pc:spChg>
        <pc:spChg chg="mod">
          <ac:chgData name="Douae Ahadji" userId="981d5584dfa725b0" providerId="LiveId" clId="{A2BAF7E8-3892-495B-9245-0CFFD07560B0}" dt="2026-05-30T17:55:46.431" v="253" actId="1036"/>
          <ac:spMkLst>
            <pc:docMk/>
            <pc:sldMk cId="1697194938" sldId="274"/>
            <ac:spMk id="13" creationId="{B0430E63-E008-4211-B2CB-B7B518179067}"/>
          </ac:spMkLst>
        </pc:spChg>
        <pc:spChg chg="mod">
          <ac:chgData name="Douae Ahadji" userId="981d5584dfa725b0" providerId="LiveId" clId="{A2BAF7E8-3892-495B-9245-0CFFD07560B0}" dt="2026-05-30T17:55:32.689" v="240" actId="1036"/>
          <ac:spMkLst>
            <pc:docMk/>
            <pc:sldMk cId="1697194938" sldId="274"/>
            <ac:spMk id="18" creationId="{B33D6837-03BA-49B1-9D94-3C0A6064060E}"/>
          </ac:spMkLst>
        </pc:spChg>
        <pc:spChg chg="mod">
          <ac:chgData name="Douae Ahadji" userId="981d5584dfa725b0" providerId="LiveId" clId="{A2BAF7E8-3892-495B-9245-0CFFD07560B0}" dt="2026-05-30T17:55:32.689" v="240" actId="1036"/>
          <ac:spMkLst>
            <pc:docMk/>
            <pc:sldMk cId="1697194938" sldId="274"/>
            <ac:spMk id="19" creationId="{0A195E41-3B06-4E94-B731-2C9027A4CDBF}"/>
          </ac:spMkLst>
        </pc:spChg>
        <pc:spChg chg="mod">
          <ac:chgData name="Douae Ahadji" userId="981d5584dfa725b0" providerId="LiveId" clId="{A2BAF7E8-3892-495B-9245-0CFFD07560B0}" dt="2026-05-30T17:55:46.431" v="253" actId="1036"/>
          <ac:spMkLst>
            <pc:docMk/>
            <pc:sldMk cId="1697194938" sldId="274"/>
            <ac:spMk id="20" creationId="{33BBEC05-31B5-4F9B-A2E7-4BBA796DBE1D}"/>
          </ac:spMkLst>
        </pc:spChg>
        <pc:spChg chg="mod">
          <ac:chgData name="Douae Ahadji" userId="981d5584dfa725b0" providerId="LiveId" clId="{A2BAF7E8-3892-495B-9245-0CFFD07560B0}" dt="2026-05-30T17:55:46.431" v="253" actId="1036"/>
          <ac:spMkLst>
            <pc:docMk/>
            <pc:sldMk cId="1697194938" sldId="274"/>
            <ac:spMk id="21" creationId="{A6A22B65-90DA-4560-B0EF-20A6DC03DE90}"/>
          </ac:spMkLst>
        </pc:spChg>
        <pc:spChg chg="mod">
          <ac:chgData name="Douae Ahadji" userId="981d5584dfa725b0" providerId="LiveId" clId="{A2BAF7E8-3892-495B-9245-0CFFD07560B0}" dt="2026-05-30T17:55:32.689" v="240" actId="1036"/>
          <ac:spMkLst>
            <pc:docMk/>
            <pc:sldMk cId="1697194938" sldId="274"/>
            <ac:spMk id="26" creationId="{4EABB147-1FF9-4103-9FBF-4F99D4801603}"/>
          </ac:spMkLst>
        </pc:spChg>
        <pc:spChg chg="mod">
          <ac:chgData name="Douae Ahadji" userId="981d5584dfa725b0" providerId="LiveId" clId="{A2BAF7E8-3892-495B-9245-0CFFD07560B0}" dt="2026-05-30T17:55:32.689" v="240" actId="1036"/>
          <ac:spMkLst>
            <pc:docMk/>
            <pc:sldMk cId="1697194938" sldId="274"/>
            <ac:spMk id="27" creationId="{DB7AE439-65A8-4512-BE28-F1B0D734A0F2}"/>
          </ac:spMkLst>
        </pc:spChg>
        <pc:spChg chg="mod">
          <ac:chgData name="Douae Ahadji" userId="981d5584dfa725b0" providerId="LiveId" clId="{A2BAF7E8-3892-495B-9245-0CFFD07560B0}" dt="2026-05-30T17:55:46.431" v="253" actId="1036"/>
          <ac:spMkLst>
            <pc:docMk/>
            <pc:sldMk cId="1697194938" sldId="274"/>
            <ac:spMk id="28" creationId="{02F7A119-D5EA-4077-8760-5035E0487BD2}"/>
          </ac:spMkLst>
        </pc:spChg>
        <pc:spChg chg="mod">
          <ac:chgData name="Douae Ahadji" userId="981d5584dfa725b0" providerId="LiveId" clId="{A2BAF7E8-3892-495B-9245-0CFFD07560B0}" dt="2026-05-30T17:55:46.431" v="253" actId="1036"/>
          <ac:spMkLst>
            <pc:docMk/>
            <pc:sldMk cId="1697194938" sldId="274"/>
            <ac:spMk id="29" creationId="{6E34CA92-AD09-466F-BE72-21129A1CD8E4}"/>
          </ac:spMkLst>
        </pc:spChg>
        <pc:spChg chg="del">
          <ac:chgData name="Douae Ahadji" userId="981d5584dfa725b0" providerId="LiveId" clId="{A2BAF7E8-3892-495B-9245-0CFFD07560B0}" dt="2026-05-30T17:59:01.576" v="396" actId="478"/>
          <ac:spMkLst>
            <pc:docMk/>
            <pc:sldMk cId="1697194938" sldId="274"/>
            <ac:spMk id="30" creationId="{0A7E7325-C22D-411B-974A-89D329271B3E}"/>
          </ac:spMkLst>
        </pc:spChg>
      </pc:sldChg>
      <pc:sldChg chg="delSp modSp mod">
        <pc:chgData name="Douae Ahadji" userId="981d5584dfa725b0" providerId="LiveId" clId="{A2BAF7E8-3892-495B-9245-0CFFD07560B0}" dt="2026-05-30T17:58:57.722" v="395" actId="478"/>
        <pc:sldMkLst>
          <pc:docMk/>
          <pc:sldMk cId="535835819" sldId="275"/>
        </pc:sldMkLst>
        <pc:spChg chg="mod">
          <ac:chgData name="Douae Ahadji" userId="981d5584dfa725b0" providerId="LiveId" clId="{A2BAF7E8-3892-495B-9245-0CFFD07560B0}" dt="2026-05-30T17:56:08.755" v="261" actId="1036"/>
          <ac:spMkLst>
            <pc:docMk/>
            <pc:sldMk cId="535835819" sldId="275"/>
            <ac:spMk id="19" creationId="{42A3C3C4-FFDA-4BEF-8AFA-F6CCD6A8BCE0}"/>
          </ac:spMkLst>
        </pc:spChg>
        <pc:spChg chg="mod">
          <ac:chgData name="Douae Ahadji" userId="981d5584dfa725b0" providerId="LiveId" clId="{A2BAF7E8-3892-495B-9245-0CFFD07560B0}" dt="2026-05-30T17:56:08.755" v="261" actId="1036"/>
          <ac:spMkLst>
            <pc:docMk/>
            <pc:sldMk cId="535835819" sldId="275"/>
            <ac:spMk id="42" creationId="{EF628E79-CEF2-493F-AB9A-0A7F6541F779}"/>
          </ac:spMkLst>
        </pc:spChg>
        <pc:spChg chg="mod">
          <ac:chgData name="Douae Ahadji" userId="981d5584dfa725b0" providerId="LiveId" clId="{A2BAF7E8-3892-495B-9245-0CFFD07560B0}" dt="2026-05-30T17:56:08.755" v="261" actId="1036"/>
          <ac:spMkLst>
            <pc:docMk/>
            <pc:sldMk cId="535835819" sldId="275"/>
            <ac:spMk id="43" creationId="{70446659-1DCF-4DE8-A82F-5B13C91FC521}"/>
          </ac:spMkLst>
        </pc:spChg>
        <pc:spChg chg="mod">
          <ac:chgData name="Douae Ahadji" userId="981d5584dfa725b0" providerId="LiveId" clId="{A2BAF7E8-3892-495B-9245-0CFFD07560B0}" dt="2026-05-30T17:56:08.755" v="261" actId="1036"/>
          <ac:spMkLst>
            <pc:docMk/>
            <pc:sldMk cId="535835819" sldId="275"/>
            <ac:spMk id="44" creationId="{E0B07873-333B-4701-9E97-7B2771803497}"/>
          </ac:spMkLst>
        </pc:spChg>
        <pc:spChg chg="mod">
          <ac:chgData name="Douae Ahadji" userId="981d5584dfa725b0" providerId="LiveId" clId="{A2BAF7E8-3892-495B-9245-0CFFD07560B0}" dt="2026-05-30T17:56:08.755" v="261" actId="1036"/>
          <ac:spMkLst>
            <pc:docMk/>
            <pc:sldMk cId="535835819" sldId="275"/>
            <ac:spMk id="45" creationId="{6DD47D7F-510D-44D1-9787-6317376334A8}"/>
          </ac:spMkLst>
        </pc:spChg>
        <pc:spChg chg="del">
          <ac:chgData name="Douae Ahadji" userId="981d5584dfa725b0" providerId="LiveId" clId="{A2BAF7E8-3892-495B-9245-0CFFD07560B0}" dt="2026-05-30T17:58:57.722" v="395" actId="478"/>
          <ac:spMkLst>
            <pc:docMk/>
            <pc:sldMk cId="535835819" sldId="275"/>
            <ac:spMk id="46" creationId="{A758CA92-5055-413B-B054-C49F70531E6B}"/>
          </ac:spMkLst>
        </pc:spChg>
      </pc:sldChg>
      <pc:sldChg chg="delSp modSp mod">
        <pc:chgData name="Douae Ahadji" userId="981d5584dfa725b0" providerId="LiveId" clId="{A2BAF7E8-3892-495B-9245-0CFFD07560B0}" dt="2026-05-30T17:58:50.386" v="394" actId="478"/>
        <pc:sldMkLst>
          <pc:docMk/>
          <pc:sldMk cId="1912304405" sldId="276"/>
        </pc:sldMkLst>
        <pc:spChg chg="mod">
          <ac:chgData name="Douae Ahadji" userId="981d5584dfa725b0" providerId="LiveId" clId="{A2BAF7E8-3892-495B-9245-0CFFD07560B0}" dt="2026-05-30T17:56:25.330" v="276" actId="1036"/>
          <ac:spMkLst>
            <pc:docMk/>
            <pc:sldMk cId="1912304405" sldId="276"/>
            <ac:spMk id="23" creationId="{AB750B00-C07F-4BD6-B2E0-8888E649D841}"/>
          </ac:spMkLst>
        </pc:spChg>
        <pc:spChg chg="mod">
          <ac:chgData name="Douae Ahadji" userId="981d5584dfa725b0" providerId="LiveId" clId="{A2BAF7E8-3892-495B-9245-0CFFD07560B0}" dt="2026-05-30T17:56:25.330" v="276" actId="1036"/>
          <ac:spMkLst>
            <pc:docMk/>
            <pc:sldMk cId="1912304405" sldId="276"/>
            <ac:spMk id="24" creationId="{5E3FC30A-9CB8-447B-91BE-D20445C0D92C}"/>
          </ac:spMkLst>
        </pc:spChg>
        <pc:spChg chg="mod">
          <ac:chgData name="Douae Ahadji" userId="981d5584dfa725b0" providerId="LiveId" clId="{A2BAF7E8-3892-495B-9245-0CFFD07560B0}" dt="2026-05-30T17:56:25.330" v="276" actId="1036"/>
          <ac:spMkLst>
            <pc:docMk/>
            <pc:sldMk cId="1912304405" sldId="276"/>
            <ac:spMk id="25" creationId="{B298FB82-3517-4B29-80E4-0A52E39738CA}"/>
          </ac:spMkLst>
        </pc:spChg>
        <pc:spChg chg="mod">
          <ac:chgData name="Douae Ahadji" userId="981d5584dfa725b0" providerId="LiveId" clId="{A2BAF7E8-3892-495B-9245-0CFFD07560B0}" dt="2026-05-30T17:56:25.330" v="276" actId="1036"/>
          <ac:spMkLst>
            <pc:docMk/>
            <pc:sldMk cId="1912304405" sldId="276"/>
            <ac:spMk id="26" creationId="{73202EFB-E030-4359-86CE-6BF2EABC6BAF}"/>
          </ac:spMkLst>
        </pc:spChg>
        <pc:spChg chg="del mod">
          <ac:chgData name="Douae Ahadji" userId="981d5584dfa725b0" providerId="LiveId" clId="{A2BAF7E8-3892-495B-9245-0CFFD07560B0}" dt="2026-05-30T17:58:50.386" v="394" actId="478"/>
          <ac:spMkLst>
            <pc:docMk/>
            <pc:sldMk cId="1912304405" sldId="276"/>
            <ac:spMk id="27" creationId="{1AC2B8AB-6710-4FC9-A89F-48D22C3BFCA8}"/>
          </ac:spMkLst>
        </pc:spChg>
      </pc:sldChg>
      <pc:sldChg chg="delSp modSp mod">
        <pc:chgData name="Douae Ahadji" userId="981d5584dfa725b0" providerId="LiveId" clId="{A2BAF7E8-3892-495B-9245-0CFFD07560B0}" dt="2026-05-30T17:58:43.849" v="392" actId="478"/>
        <pc:sldMkLst>
          <pc:docMk/>
          <pc:sldMk cId="1677297691" sldId="277"/>
        </pc:sldMkLst>
        <pc:spChg chg="mod">
          <ac:chgData name="Douae Ahadji" userId="981d5584dfa725b0" providerId="LiveId" clId="{A2BAF7E8-3892-495B-9245-0CFFD07560B0}" dt="2026-05-30T17:56:47.027" v="289" actId="1036"/>
          <ac:spMkLst>
            <pc:docMk/>
            <pc:sldMk cId="1677297691" sldId="277"/>
            <ac:spMk id="15" creationId="{188BB963-9A94-4B08-B2B3-9A3E8256617B}"/>
          </ac:spMkLst>
        </pc:spChg>
        <pc:spChg chg="mod">
          <ac:chgData name="Douae Ahadji" userId="981d5584dfa725b0" providerId="LiveId" clId="{A2BAF7E8-3892-495B-9245-0CFFD07560B0}" dt="2026-05-30T17:56:47.027" v="289" actId="1036"/>
          <ac:spMkLst>
            <pc:docMk/>
            <pc:sldMk cId="1677297691" sldId="277"/>
            <ac:spMk id="16" creationId="{755B2D3A-6737-44F6-9E70-063043EFC86C}"/>
          </ac:spMkLst>
        </pc:spChg>
        <pc:spChg chg="mod">
          <ac:chgData name="Douae Ahadji" userId="981d5584dfa725b0" providerId="LiveId" clId="{A2BAF7E8-3892-495B-9245-0CFFD07560B0}" dt="2026-05-30T17:56:54.722" v="302" actId="1036"/>
          <ac:spMkLst>
            <pc:docMk/>
            <pc:sldMk cId="1677297691" sldId="277"/>
            <ac:spMk id="21" creationId="{7FA4EC01-AA6C-47E4-AC24-A3F37D140704}"/>
          </ac:spMkLst>
        </pc:spChg>
        <pc:spChg chg="mod">
          <ac:chgData name="Douae Ahadji" userId="981d5584dfa725b0" providerId="LiveId" clId="{A2BAF7E8-3892-495B-9245-0CFFD07560B0}" dt="2026-05-30T17:56:47.027" v="289" actId="1036"/>
          <ac:spMkLst>
            <pc:docMk/>
            <pc:sldMk cId="1677297691" sldId="277"/>
            <ac:spMk id="22" creationId="{CFCE83CC-D668-42A8-82FA-3D79B3FF7AFD}"/>
          </ac:spMkLst>
        </pc:spChg>
        <pc:spChg chg="mod">
          <ac:chgData name="Douae Ahadji" userId="981d5584dfa725b0" providerId="LiveId" clId="{A2BAF7E8-3892-495B-9245-0CFFD07560B0}" dt="2026-05-30T17:57:00.622" v="309" actId="1036"/>
          <ac:spMkLst>
            <pc:docMk/>
            <pc:sldMk cId="1677297691" sldId="277"/>
            <ac:spMk id="23" creationId="{1E767517-3713-4A75-80D1-154C7A3040E0}"/>
          </ac:spMkLst>
        </pc:spChg>
        <pc:spChg chg="mod">
          <ac:chgData name="Douae Ahadji" userId="981d5584dfa725b0" providerId="LiveId" clId="{A2BAF7E8-3892-495B-9245-0CFFD07560B0}" dt="2026-05-30T17:57:00.622" v="309" actId="1036"/>
          <ac:spMkLst>
            <pc:docMk/>
            <pc:sldMk cId="1677297691" sldId="277"/>
            <ac:spMk id="24" creationId="{5BCDC299-5D85-43B2-B85A-31ABC6B61DDC}"/>
          </ac:spMkLst>
        </pc:spChg>
        <pc:spChg chg="del">
          <ac:chgData name="Douae Ahadji" userId="981d5584dfa725b0" providerId="LiveId" clId="{A2BAF7E8-3892-495B-9245-0CFFD07560B0}" dt="2026-05-30T17:58:43.849" v="392" actId="478"/>
          <ac:spMkLst>
            <pc:docMk/>
            <pc:sldMk cId="1677297691" sldId="277"/>
            <ac:spMk id="25" creationId="{EB6D2CBD-2417-48A8-9DE4-A40E8FE16432}"/>
          </ac:spMkLst>
        </pc:spChg>
      </pc:sldChg>
      <pc:sldChg chg="delSp modSp mod">
        <pc:chgData name="Douae Ahadji" userId="981d5584dfa725b0" providerId="LiveId" clId="{A2BAF7E8-3892-495B-9245-0CFFD07560B0}" dt="2026-05-30T17:58:39.226" v="391" actId="478"/>
        <pc:sldMkLst>
          <pc:docMk/>
          <pc:sldMk cId="1953245131" sldId="278"/>
        </pc:sldMkLst>
        <pc:spChg chg="mod">
          <ac:chgData name="Douae Ahadji" userId="981d5584dfa725b0" providerId="LiveId" clId="{A2BAF7E8-3892-495B-9245-0CFFD07560B0}" dt="2026-05-30T17:57:15.766" v="317" actId="1036"/>
          <ac:spMkLst>
            <pc:docMk/>
            <pc:sldMk cId="1953245131" sldId="278"/>
            <ac:spMk id="10" creationId="{E6FF8AFA-4381-477E-ADDA-F4E87820C539}"/>
          </ac:spMkLst>
        </pc:spChg>
        <pc:spChg chg="mod">
          <ac:chgData name="Douae Ahadji" userId="981d5584dfa725b0" providerId="LiveId" clId="{A2BAF7E8-3892-495B-9245-0CFFD07560B0}" dt="2026-05-30T17:57:15.766" v="317" actId="1036"/>
          <ac:spMkLst>
            <pc:docMk/>
            <pc:sldMk cId="1953245131" sldId="278"/>
            <ac:spMk id="11" creationId="{2BC9C37F-A0A9-42D1-A5A5-D1E9640544EB}"/>
          </ac:spMkLst>
        </pc:spChg>
        <pc:spChg chg="mod">
          <ac:chgData name="Douae Ahadji" userId="981d5584dfa725b0" providerId="LiveId" clId="{A2BAF7E8-3892-495B-9245-0CFFD07560B0}" dt="2026-05-30T17:57:24.571" v="330" actId="1036"/>
          <ac:spMkLst>
            <pc:docMk/>
            <pc:sldMk cId="1953245131" sldId="278"/>
            <ac:spMk id="12" creationId="{BB2D6247-6945-400C-9F01-96FBB32CF33D}"/>
          </ac:spMkLst>
        </pc:spChg>
        <pc:spChg chg="mod">
          <ac:chgData name="Douae Ahadji" userId="981d5584dfa725b0" providerId="LiveId" clId="{A2BAF7E8-3892-495B-9245-0CFFD07560B0}" dt="2026-05-30T17:57:24.571" v="330" actId="1036"/>
          <ac:spMkLst>
            <pc:docMk/>
            <pc:sldMk cId="1953245131" sldId="278"/>
            <ac:spMk id="13" creationId="{5C3641D4-CB19-4251-9858-F6A00D0CC6FA}"/>
          </ac:spMkLst>
        </pc:spChg>
        <pc:spChg chg="mod">
          <ac:chgData name="Douae Ahadji" userId="981d5584dfa725b0" providerId="LiveId" clId="{A2BAF7E8-3892-495B-9245-0CFFD07560B0}" dt="2026-05-30T17:57:24.571" v="330" actId="1036"/>
          <ac:spMkLst>
            <pc:docMk/>
            <pc:sldMk cId="1953245131" sldId="278"/>
            <ac:spMk id="14" creationId="{D0CB906F-4BF2-4F9B-BCED-4DACE6A7D230}"/>
          </ac:spMkLst>
        </pc:spChg>
        <pc:spChg chg="mod">
          <ac:chgData name="Douae Ahadji" userId="981d5584dfa725b0" providerId="LiveId" clId="{A2BAF7E8-3892-495B-9245-0CFFD07560B0}" dt="2026-05-30T17:57:24.571" v="330" actId="1036"/>
          <ac:spMkLst>
            <pc:docMk/>
            <pc:sldMk cId="1953245131" sldId="278"/>
            <ac:spMk id="15" creationId="{EBA10FAE-688F-4022-AE19-97907FD11F09}"/>
          </ac:spMkLst>
        </pc:spChg>
        <pc:spChg chg="mod">
          <ac:chgData name="Douae Ahadji" userId="981d5584dfa725b0" providerId="LiveId" clId="{A2BAF7E8-3892-495B-9245-0CFFD07560B0}" dt="2026-05-30T17:57:37.430" v="342" actId="1036"/>
          <ac:spMkLst>
            <pc:docMk/>
            <pc:sldMk cId="1953245131" sldId="278"/>
            <ac:spMk id="20" creationId="{A0D54A2B-582E-45C4-8BA3-45B3BDC9BFA7}"/>
          </ac:spMkLst>
        </pc:spChg>
        <pc:spChg chg="mod">
          <ac:chgData name="Douae Ahadji" userId="981d5584dfa725b0" providerId="LiveId" clId="{A2BAF7E8-3892-495B-9245-0CFFD07560B0}" dt="2026-05-30T17:57:37.430" v="342" actId="1036"/>
          <ac:spMkLst>
            <pc:docMk/>
            <pc:sldMk cId="1953245131" sldId="278"/>
            <ac:spMk id="21" creationId="{1F3F2375-8B15-467E-84A8-B74A64A0AEAF}"/>
          </ac:spMkLst>
        </pc:spChg>
        <pc:spChg chg="mod">
          <ac:chgData name="Douae Ahadji" userId="981d5584dfa725b0" providerId="LiveId" clId="{A2BAF7E8-3892-495B-9245-0CFFD07560B0}" dt="2026-05-30T17:57:45.627" v="362" actId="1036"/>
          <ac:spMkLst>
            <pc:docMk/>
            <pc:sldMk cId="1953245131" sldId="278"/>
            <ac:spMk id="22" creationId="{C5E33BDE-84AD-4EE3-BA4F-7D1E4A715217}"/>
          </ac:spMkLst>
        </pc:spChg>
        <pc:spChg chg="mod">
          <ac:chgData name="Douae Ahadji" userId="981d5584dfa725b0" providerId="LiveId" clId="{A2BAF7E8-3892-495B-9245-0CFFD07560B0}" dt="2026-05-30T17:57:45.627" v="362" actId="1036"/>
          <ac:spMkLst>
            <pc:docMk/>
            <pc:sldMk cId="1953245131" sldId="278"/>
            <ac:spMk id="23" creationId="{C52E16C9-6CED-44F2-9352-3D68600BE76A}"/>
          </ac:spMkLst>
        </pc:spChg>
        <pc:spChg chg="del">
          <ac:chgData name="Douae Ahadji" userId="981d5584dfa725b0" providerId="LiveId" clId="{A2BAF7E8-3892-495B-9245-0CFFD07560B0}" dt="2026-05-30T17:58:39.226" v="391" actId="478"/>
          <ac:spMkLst>
            <pc:docMk/>
            <pc:sldMk cId="1953245131" sldId="278"/>
            <ac:spMk id="32" creationId="{EA995EE9-C98D-45EB-AAC6-D2D61B154E5D}"/>
          </ac:spMkLst>
        </pc:spChg>
      </pc:sldChg>
      <pc:sldChg chg="delSp mod">
        <pc:chgData name="Douae Ahadji" userId="981d5584dfa725b0" providerId="LiveId" clId="{A2BAF7E8-3892-495B-9245-0CFFD07560B0}" dt="2026-05-30T17:58:35.900" v="390" actId="478"/>
        <pc:sldMkLst>
          <pc:docMk/>
          <pc:sldMk cId="1184730529" sldId="279"/>
        </pc:sldMkLst>
        <pc:spChg chg="del">
          <ac:chgData name="Douae Ahadji" userId="981d5584dfa725b0" providerId="LiveId" clId="{A2BAF7E8-3892-495B-9245-0CFFD07560B0}" dt="2026-05-30T17:58:35.900" v="390" actId="478"/>
          <ac:spMkLst>
            <pc:docMk/>
            <pc:sldMk cId="1184730529" sldId="279"/>
            <ac:spMk id="17" creationId="{632CF6B2-95A3-4121-9B5D-51E568D58764}"/>
          </ac:spMkLst>
        </pc:spChg>
      </pc:sldChg>
      <pc:sldChg chg="delSp modSp mod">
        <pc:chgData name="Douae Ahadji" userId="981d5584dfa725b0" providerId="LiveId" clId="{A2BAF7E8-3892-495B-9245-0CFFD07560B0}" dt="2026-05-30T17:58:32.482" v="389" actId="478"/>
        <pc:sldMkLst>
          <pc:docMk/>
          <pc:sldMk cId="543653668" sldId="280"/>
        </pc:sldMkLst>
        <pc:spChg chg="mod">
          <ac:chgData name="Douae Ahadji" userId="981d5584dfa725b0" providerId="LiveId" clId="{A2BAF7E8-3892-495B-9245-0CFFD07560B0}" dt="2026-05-30T17:58:08.982" v="373" actId="1036"/>
          <ac:spMkLst>
            <pc:docMk/>
            <pc:sldMk cId="543653668" sldId="280"/>
            <ac:spMk id="10" creationId="{F45CEE70-9823-4260-89CE-486417EE1AA8}"/>
          </ac:spMkLst>
        </pc:spChg>
        <pc:spChg chg="mod">
          <ac:chgData name="Douae Ahadji" userId="981d5584dfa725b0" providerId="LiveId" clId="{A2BAF7E8-3892-495B-9245-0CFFD07560B0}" dt="2026-05-30T17:58:08.982" v="373" actId="1036"/>
          <ac:spMkLst>
            <pc:docMk/>
            <pc:sldMk cId="543653668" sldId="280"/>
            <ac:spMk id="11" creationId="{9D162800-9C4A-48A2-A2D5-07BB058AF32B}"/>
          </ac:spMkLst>
        </pc:spChg>
        <pc:spChg chg="mod">
          <ac:chgData name="Douae Ahadji" userId="981d5584dfa725b0" providerId="LiveId" clId="{A2BAF7E8-3892-495B-9245-0CFFD07560B0}" dt="2026-05-30T17:58:17.277" v="386" actId="1036"/>
          <ac:spMkLst>
            <pc:docMk/>
            <pc:sldMk cId="543653668" sldId="280"/>
            <ac:spMk id="12" creationId="{C0E20B7C-7D1F-4417-8AAD-65F44BFDDBEE}"/>
          </ac:spMkLst>
        </pc:spChg>
        <pc:spChg chg="mod">
          <ac:chgData name="Douae Ahadji" userId="981d5584dfa725b0" providerId="LiveId" clId="{A2BAF7E8-3892-495B-9245-0CFFD07560B0}" dt="2026-05-30T17:58:17.277" v="386" actId="1036"/>
          <ac:spMkLst>
            <pc:docMk/>
            <pc:sldMk cId="543653668" sldId="280"/>
            <ac:spMk id="13" creationId="{D266CFCD-99E1-45CB-876B-5FB4F90DA609}"/>
          </ac:spMkLst>
        </pc:spChg>
        <pc:spChg chg="mod">
          <ac:chgData name="Douae Ahadji" userId="981d5584dfa725b0" providerId="LiveId" clId="{A2BAF7E8-3892-495B-9245-0CFFD07560B0}" dt="2026-05-30T17:58:08.982" v="373" actId="1036"/>
          <ac:spMkLst>
            <pc:docMk/>
            <pc:sldMk cId="543653668" sldId="280"/>
            <ac:spMk id="18" creationId="{65949EC3-511E-4635-9E7E-2C6419650C83}"/>
          </ac:spMkLst>
        </pc:spChg>
        <pc:spChg chg="mod">
          <ac:chgData name="Douae Ahadji" userId="981d5584dfa725b0" providerId="LiveId" clId="{A2BAF7E8-3892-495B-9245-0CFFD07560B0}" dt="2026-05-30T17:58:08.982" v="373" actId="1036"/>
          <ac:spMkLst>
            <pc:docMk/>
            <pc:sldMk cId="543653668" sldId="280"/>
            <ac:spMk id="19" creationId="{03227608-6B26-429E-8AEC-911742FF974B}"/>
          </ac:spMkLst>
        </pc:spChg>
        <pc:spChg chg="mod">
          <ac:chgData name="Douae Ahadji" userId="981d5584dfa725b0" providerId="LiveId" clId="{A2BAF7E8-3892-495B-9245-0CFFD07560B0}" dt="2026-05-30T17:58:17.277" v="386" actId="1036"/>
          <ac:spMkLst>
            <pc:docMk/>
            <pc:sldMk cId="543653668" sldId="280"/>
            <ac:spMk id="20" creationId="{9AE8F149-5C69-423C-A50B-1C3FC064AD6D}"/>
          </ac:spMkLst>
        </pc:spChg>
        <pc:spChg chg="mod">
          <ac:chgData name="Douae Ahadji" userId="981d5584dfa725b0" providerId="LiveId" clId="{A2BAF7E8-3892-495B-9245-0CFFD07560B0}" dt="2026-05-30T17:58:17.277" v="386" actId="1036"/>
          <ac:spMkLst>
            <pc:docMk/>
            <pc:sldMk cId="543653668" sldId="280"/>
            <ac:spMk id="21" creationId="{09CF619D-15F4-495C-887B-CC38F39B0BBA}"/>
          </ac:spMkLst>
        </pc:spChg>
        <pc:spChg chg="mod">
          <ac:chgData name="Douae Ahadji" userId="981d5584dfa725b0" providerId="LiveId" clId="{A2BAF7E8-3892-495B-9245-0CFFD07560B0}" dt="2026-05-30T17:58:08.982" v="373" actId="1036"/>
          <ac:spMkLst>
            <pc:docMk/>
            <pc:sldMk cId="543653668" sldId="280"/>
            <ac:spMk id="26" creationId="{635BFD59-3E1D-4A62-972F-473943FCB663}"/>
          </ac:spMkLst>
        </pc:spChg>
        <pc:spChg chg="mod">
          <ac:chgData name="Douae Ahadji" userId="981d5584dfa725b0" providerId="LiveId" clId="{A2BAF7E8-3892-495B-9245-0CFFD07560B0}" dt="2026-05-30T17:58:08.982" v="373" actId="1036"/>
          <ac:spMkLst>
            <pc:docMk/>
            <pc:sldMk cId="543653668" sldId="280"/>
            <ac:spMk id="27" creationId="{12CAB30F-1BA6-4D5D-B0A2-F579C873A4E7}"/>
          </ac:spMkLst>
        </pc:spChg>
        <pc:spChg chg="mod">
          <ac:chgData name="Douae Ahadji" userId="981d5584dfa725b0" providerId="LiveId" clId="{A2BAF7E8-3892-495B-9245-0CFFD07560B0}" dt="2026-05-30T17:58:17.277" v="386" actId="1036"/>
          <ac:spMkLst>
            <pc:docMk/>
            <pc:sldMk cId="543653668" sldId="280"/>
            <ac:spMk id="28" creationId="{18F0D8AE-9004-4A69-9CB6-FE407F36370C}"/>
          </ac:spMkLst>
        </pc:spChg>
        <pc:spChg chg="mod">
          <ac:chgData name="Douae Ahadji" userId="981d5584dfa725b0" providerId="LiveId" clId="{A2BAF7E8-3892-495B-9245-0CFFD07560B0}" dt="2026-05-30T17:58:17.277" v="386" actId="1036"/>
          <ac:spMkLst>
            <pc:docMk/>
            <pc:sldMk cId="543653668" sldId="280"/>
            <ac:spMk id="29" creationId="{732CBEB4-96FE-4E36-A375-32C8D3C642CC}"/>
          </ac:spMkLst>
        </pc:spChg>
        <pc:spChg chg="del mod">
          <ac:chgData name="Douae Ahadji" userId="981d5584dfa725b0" providerId="LiveId" clId="{A2BAF7E8-3892-495B-9245-0CFFD07560B0}" dt="2026-05-30T17:58:32.482" v="389" actId="478"/>
          <ac:spMkLst>
            <pc:docMk/>
            <pc:sldMk cId="543653668" sldId="280"/>
            <ac:spMk id="30" creationId="{8EEB80DE-4FE7-44CA-B910-98A88BBC2911}"/>
          </ac:spMkLst>
        </pc:spChg>
      </pc:sldChg>
      <pc:sldChg chg="delSp mod">
        <pc:chgData name="Douae Ahadji" userId="981d5584dfa725b0" providerId="LiveId" clId="{A2BAF7E8-3892-495B-9245-0CFFD07560B0}" dt="2026-05-30T17:58:27.940" v="387" actId="478"/>
        <pc:sldMkLst>
          <pc:docMk/>
          <pc:sldMk cId="1697126150" sldId="281"/>
        </pc:sldMkLst>
        <pc:spChg chg="del">
          <ac:chgData name="Douae Ahadji" userId="981d5584dfa725b0" providerId="LiveId" clId="{A2BAF7E8-3892-495B-9245-0CFFD07560B0}" dt="2026-05-30T17:58:27.940" v="387" actId="478"/>
          <ac:spMkLst>
            <pc:docMk/>
            <pc:sldMk cId="1697126150" sldId="281"/>
            <ac:spMk id="17" creationId="{1ED82529-D625-4389-B9A2-1008EC05ED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3262BCD-BD07-4397-8833-FD170C83CA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 w="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1BEC28-B023-48F8-B447-8A7F4DA76F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FC6FAB-B79D-4834-8187-FC6F22438BE3}"/>
              </a:ext>
            </a:extLst>
          </p:cNvPr>
          <p:cNvSpPr>
            <a:spLocks noGrp="1"/>
          </p:cNvSpPr>
          <p:nvPr/>
        </p:nvSpPr>
        <p:spPr>
          <a:xfrm>
            <a:off x="533400" y="1009650"/>
            <a:ext cx="95250" cy="40005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6D227-EFB8-4B4D-AA97-F5A7D02F1EBF}"/>
              </a:ext>
            </a:extLst>
          </p:cNvPr>
          <p:cNvSpPr>
            <a:spLocks noGrp="1"/>
          </p:cNvSpPr>
          <p:nvPr/>
        </p:nvSpPr>
        <p:spPr>
          <a:xfrm>
            <a:off x="819150" y="104775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Soutenance PFE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536816-F340-4C5A-9CD0-7CA95AA4DBE9}"/>
              </a:ext>
            </a:extLst>
          </p:cNvPr>
          <p:cNvSpPr>
            <a:spLocks noGrp="1"/>
          </p:cNvSpPr>
          <p:nvPr/>
        </p:nvSpPr>
        <p:spPr>
          <a:xfrm>
            <a:off x="819150" y="1485900"/>
            <a:ext cx="6191250" cy="1562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Systeme zero-shot d'evaluation automatique de la qualite d'images produit e-commerce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AD6C0C-06E9-4F6D-AB31-1F9B5BBFF2A5}"/>
              </a:ext>
            </a:extLst>
          </p:cNvPr>
          <p:cNvSpPr>
            <a:spLocks noGrp="1"/>
          </p:cNvSpPr>
          <p:nvPr/>
        </p:nvSpPr>
        <p:spPr>
          <a:xfrm>
            <a:off x="819150" y="3200400"/>
            <a:ext cx="5715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Pipeline multimodal explicable combinant NLP, region proposal, CLIP, heuristiques visuelles et recommandations vendeur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87C20-086E-4758-8B6D-F30E6AEADCE4}"/>
              </a:ext>
            </a:extLst>
          </p:cNvPr>
          <p:cNvSpPr>
            <a:spLocks noGrp="1"/>
          </p:cNvSpPr>
          <p:nvPr/>
        </p:nvSpPr>
        <p:spPr>
          <a:xfrm>
            <a:off x="7124700" y="1276350"/>
            <a:ext cx="1714500" cy="10477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058DB3-D29E-4425-AE75-3018C9788FF3}"/>
              </a:ext>
            </a:extLst>
          </p:cNvPr>
          <p:cNvSpPr>
            <a:spLocks noGrp="1"/>
          </p:cNvSpPr>
          <p:nvPr/>
        </p:nvSpPr>
        <p:spPr>
          <a:xfrm>
            <a:off x="7296150" y="1447800"/>
            <a:ext cx="1371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4AC27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4AC27A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C2378C-2735-448C-AB9F-891683D4DC88}"/>
              </a:ext>
            </a:extLst>
          </p:cNvPr>
          <p:cNvSpPr>
            <a:spLocks noGrp="1"/>
          </p:cNvSpPr>
          <p:nvPr/>
        </p:nvSpPr>
        <p:spPr>
          <a:xfrm>
            <a:off x="7296150" y="1905000"/>
            <a:ext cx="1371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entrainement local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9CA46C-5CBD-4075-AC85-0EFAD263B684}"/>
              </a:ext>
            </a:extLst>
          </p:cNvPr>
          <p:cNvSpPr>
            <a:spLocks noGrp="1"/>
          </p:cNvSpPr>
          <p:nvPr/>
        </p:nvSpPr>
        <p:spPr>
          <a:xfrm>
            <a:off x="9029700" y="1276350"/>
            <a:ext cx="2095500" cy="10477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B56415-6F9F-4ED5-B1C2-FF92F40AD4D4}"/>
              </a:ext>
            </a:extLst>
          </p:cNvPr>
          <p:cNvSpPr>
            <a:spLocks noGrp="1"/>
          </p:cNvSpPr>
          <p:nvPr/>
        </p:nvSpPr>
        <p:spPr>
          <a:xfrm>
            <a:off x="9201150" y="1447800"/>
            <a:ext cx="1752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6DA6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6DA6FF"/>
                </a:solidFill>
                <a:latin typeface="Aptos Display"/>
                <a:ea typeface="Aptos Display"/>
                <a:cs typeface="Aptos Display"/>
              </a:rPr>
              <a:t>180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3AACDD-58DF-48C4-9FED-FEF46169C2D3}"/>
              </a:ext>
            </a:extLst>
          </p:cNvPr>
          <p:cNvSpPr>
            <a:spLocks noGrp="1"/>
          </p:cNvSpPr>
          <p:nvPr/>
        </p:nvSpPr>
        <p:spPr>
          <a:xfrm>
            <a:off x="9201150" y="1905000"/>
            <a:ext cx="1752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images propres finales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91F8CC-F801-44C0-82B2-6E2374360880}"/>
              </a:ext>
            </a:extLst>
          </p:cNvPr>
          <p:cNvSpPr>
            <a:spLocks noGrp="1"/>
          </p:cNvSpPr>
          <p:nvPr/>
        </p:nvSpPr>
        <p:spPr>
          <a:xfrm>
            <a:off x="7124700" y="2533650"/>
            <a:ext cx="1714500" cy="10477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CCC0C6-2E52-4B60-AAC0-1B28CD0006B4}"/>
              </a:ext>
            </a:extLst>
          </p:cNvPr>
          <p:cNvSpPr>
            <a:spLocks noGrp="1"/>
          </p:cNvSpPr>
          <p:nvPr/>
        </p:nvSpPr>
        <p:spPr>
          <a:xfrm>
            <a:off x="7296150" y="2705100"/>
            <a:ext cx="1371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0C85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0C85A"/>
                </a:solidFill>
                <a:latin typeface="Aptos Display"/>
                <a:ea typeface="Aptos Display"/>
                <a:cs typeface="Aptos Display"/>
              </a:rPr>
              <a:t>3240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5C54FE-34A1-4CA4-80F7-EB88CBF00364}"/>
              </a:ext>
            </a:extLst>
          </p:cNvPr>
          <p:cNvSpPr>
            <a:spLocks noGrp="1"/>
          </p:cNvSpPr>
          <p:nvPr/>
        </p:nvSpPr>
        <p:spPr>
          <a:xfrm>
            <a:off x="7296150" y="3162300"/>
            <a:ext cx="1371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images degradees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E87329-1725-4322-A772-55150A6F0CB8}"/>
              </a:ext>
            </a:extLst>
          </p:cNvPr>
          <p:cNvSpPr>
            <a:spLocks noGrp="1"/>
          </p:cNvSpPr>
          <p:nvPr/>
        </p:nvSpPr>
        <p:spPr>
          <a:xfrm>
            <a:off x="9029700" y="2533650"/>
            <a:ext cx="2095500" cy="10477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B4E326-2C6C-4D43-8F1D-602F3C1C800D}"/>
              </a:ext>
            </a:extLst>
          </p:cNvPr>
          <p:cNvSpPr>
            <a:spLocks noGrp="1"/>
          </p:cNvSpPr>
          <p:nvPr/>
        </p:nvSpPr>
        <p:spPr>
          <a:xfrm>
            <a:off x="9201150" y="2705100"/>
            <a:ext cx="1752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D3A96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3A96A"/>
                </a:solidFill>
                <a:latin typeface="Aptos Display"/>
                <a:ea typeface="Aptos Display"/>
                <a:cs typeface="Aptos Display"/>
              </a:rPr>
              <a:t>rho = 0.38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7A8D07-5090-4C90-B276-9D11C0056395}"/>
              </a:ext>
            </a:extLst>
          </p:cNvPr>
          <p:cNvSpPr>
            <a:spLocks noGrp="1"/>
          </p:cNvSpPr>
          <p:nvPr/>
        </p:nvSpPr>
        <p:spPr>
          <a:xfrm>
            <a:off x="9201150" y="3162300"/>
            <a:ext cx="1752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correlation Spearman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75BBA9-C459-43D1-AED8-6F77896E73B9}"/>
              </a:ext>
            </a:extLst>
          </p:cNvPr>
          <p:cNvSpPr>
            <a:spLocks noGrp="1"/>
          </p:cNvSpPr>
          <p:nvPr/>
        </p:nvSpPr>
        <p:spPr>
          <a:xfrm>
            <a:off x="819150" y="58102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2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lang="fr-MA" sz="1200" dirty="0">
                <a:solidFill>
                  <a:srgbClr val="F1E0C6"/>
                </a:solidFill>
                <a:latin typeface="Aptos"/>
                <a:ea typeface="Aptos"/>
                <a:cs typeface="Aptos"/>
              </a:rPr>
              <a:t> </a:t>
            </a:r>
            <a:r>
              <a:rPr lang="fr-FR" sz="1200" dirty="0"/>
              <a:t>Douae Ahadji • Zero-Shot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F6D94A-89FA-4B2D-A152-1B0CBFBE8B63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35863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A3193122-31A9-4058-BFBA-E4C2C6CC96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1B2E"/>
          </a:solidFill>
          <a:ln w="0">
            <a:solidFill>
              <a:srgbClr val="131B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42F9DD-08F3-4723-B539-3177B4F02A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11B3FC-74FF-44FC-BAAF-CBB4B0123ACA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DB6CBA-0538-41F5-B78B-C47FC52F2241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0858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Plan detaille de la soutenance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EFF32C-2D8B-4503-BF70-914FB1933799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028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Une progression en 8 chapitres pour couvrir le probleme, la conception, l'evaluation et les limites.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0C4596-4AE4-4BB1-987A-019CBF3535EB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3429000" cy="18669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A93B96-BAD2-4FB7-9926-255E91A1725D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Partie 1 - Cadrage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4017FD-4188-4CBE-A950-E0E1DCDAA088}"/>
              </a:ext>
            </a:extLst>
          </p:cNvPr>
          <p:cNvSpPr>
            <a:spLocks noGrp="1"/>
          </p:cNvSpPr>
          <p:nvPr/>
        </p:nvSpPr>
        <p:spPr>
          <a:xfrm>
            <a:off x="7048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BAC162-EBF5-4B99-8DB3-A273FD6F3614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Contexte e-commerce et motivation du sujet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6E93B9-8C57-429B-8AFF-0C53DCA17EFD}"/>
              </a:ext>
            </a:extLst>
          </p:cNvPr>
          <p:cNvSpPr>
            <a:spLocks noGrp="1"/>
          </p:cNvSpPr>
          <p:nvPr/>
        </p:nvSpPr>
        <p:spPr>
          <a:xfrm>
            <a:off x="704850" y="3070738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717808-E911-4F2D-824C-C8435C85B318}"/>
              </a:ext>
            </a:extLst>
          </p:cNvPr>
          <p:cNvSpPr>
            <a:spLocks noGrp="1"/>
          </p:cNvSpPr>
          <p:nvPr/>
        </p:nvSpPr>
        <p:spPr>
          <a:xfrm>
            <a:off x="876300" y="3013588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Problematique, question de recherche et objectifs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40EBD6-0DA5-47C1-B8FF-D92A3C5269CF}"/>
              </a:ext>
            </a:extLst>
          </p:cNvPr>
          <p:cNvSpPr>
            <a:spLocks noGrp="1"/>
          </p:cNvSpPr>
          <p:nvPr/>
        </p:nvSpPr>
        <p:spPr>
          <a:xfrm>
            <a:off x="704850" y="344559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7D7CE5-68DB-4AE8-8DFD-4EB07668C499}"/>
              </a:ext>
            </a:extLst>
          </p:cNvPr>
          <p:cNvSpPr>
            <a:spLocks noGrp="1"/>
          </p:cNvSpPr>
          <p:nvPr/>
        </p:nvSpPr>
        <p:spPr>
          <a:xfrm>
            <a:off x="876300" y="338844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Hypotheses scientifiques et contraintes du PFE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9A77DC-39B9-47E5-88FA-444AC3B8DCB2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3429000" cy="18669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185453-64E6-4BA4-8BC6-4FBB17368EB7}"/>
              </a:ext>
            </a:extLst>
          </p:cNvPr>
          <p:cNvSpPr>
            <a:spLocks noGrp="1"/>
          </p:cNvSpPr>
          <p:nvPr/>
        </p:nvSpPr>
        <p:spPr>
          <a:xfrm>
            <a:off x="4552950" y="22479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Partie 2 - Conception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96EBAC-343B-4A71-91E2-F57DDE27A52D}"/>
              </a:ext>
            </a:extLst>
          </p:cNvPr>
          <p:cNvSpPr>
            <a:spLocks noGrp="1"/>
          </p:cNvSpPr>
          <p:nvPr/>
        </p:nvSpPr>
        <p:spPr>
          <a:xfrm>
            <a:off x="45529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25BD17-E324-44DB-9433-27775E23D665}"/>
              </a:ext>
            </a:extLst>
          </p:cNvPr>
          <p:cNvSpPr>
            <a:spLocks noGrp="1"/>
          </p:cNvSpPr>
          <p:nvPr/>
        </p:nvSpPr>
        <p:spPr>
          <a:xfrm>
            <a:off x="4724400" y="26289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Architecture globale du pipeline zero-shot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3E4775-928E-4C0E-93AA-C966B2026156}"/>
              </a:ext>
            </a:extLst>
          </p:cNvPr>
          <p:cNvSpPr>
            <a:spLocks noGrp="1"/>
          </p:cNvSpPr>
          <p:nvPr/>
        </p:nvSpPr>
        <p:spPr>
          <a:xfrm>
            <a:off x="4552950" y="3070738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494F66-23EF-4F24-AF0B-F48B61B43DCE}"/>
              </a:ext>
            </a:extLst>
          </p:cNvPr>
          <p:cNvSpPr>
            <a:spLocks noGrp="1"/>
          </p:cNvSpPr>
          <p:nvPr/>
        </p:nvSpPr>
        <p:spPr>
          <a:xfrm>
            <a:off x="4724400" y="3013588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Description detaillee de chaque module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5096BF-2C7F-4665-BA9D-0A95EF8F11E7}"/>
              </a:ext>
            </a:extLst>
          </p:cNvPr>
          <p:cNvSpPr>
            <a:spLocks noGrp="1"/>
          </p:cNvSpPr>
          <p:nvPr/>
        </p:nvSpPr>
        <p:spPr>
          <a:xfrm>
            <a:off x="4552950" y="344559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8271ED-937A-4A74-BF9C-661CD287C669}"/>
              </a:ext>
            </a:extLst>
          </p:cNvPr>
          <p:cNvSpPr>
            <a:spLocks noGrp="1"/>
          </p:cNvSpPr>
          <p:nvPr/>
        </p:nvSpPr>
        <p:spPr>
          <a:xfrm>
            <a:off x="4724400" y="338844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Choix techniques et configuration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F98DAD-8726-4F7A-883C-DD89D41ABBCE}"/>
              </a:ext>
            </a:extLst>
          </p:cNvPr>
          <p:cNvSpPr>
            <a:spLocks noGrp="1"/>
          </p:cNvSpPr>
          <p:nvPr/>
        </p:nvSpPr>
        <p:spPr>
          <a:xfrm>
            <a:off x="8229600" y="2095500"/>
            <a:ext cx="3429000" cy="18669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F6E050-5BDA-411E-AD6C-12A4F25401A4}"/>
              </a:ext>
            </a:extLst>
          </p:cNvPr>
          <p:cNvSpPr>
            <a:spLocks noGrp="1"/>
          </p:cNvSpPr>
          <p:nvPr/>
        </p:nvSpPr>
        <p:spPr>
          <a:xfrm>
            <a:off x="8401050" y="22479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Partie 3 - Donnees et validation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7663D2-AB2C-4A94-B7F3-EAA6A4B95E64}"/>
              </a:ext>
            </a:extLst>
          </p:cNvPr>
          <p:cNvSpPr>
            <a:spLocks noGrp="1"/>
          </p:cNvSpPr>
          <p:nvPr/>
        </p:nvSpPr>
        <p:spPr>
          <a:xfrm>
            <a:off x="84010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D080F1-EBAE-40AA-B170-82B8D659B26B}"/>
              </a:ext>
            </a:extLst>
          </p:cNvPr>
          <p:cNvSpPr>
            <a:spLocks noGrp="1"/>
          </p:cNvSpPr>
          <p:nvPr/>
        </p:nvSpPr>
        <p:spPr>
          <a:xfrm>
            <a:off x="8572500" y="26289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Construction du dataset final et degradations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4ACDC4E-8D49-402C-AAF1-374E120723FE}"/>
              </a:ext>
            </a:extLst>
          </p:cNvPr>
          <p:cNvSpPr>
            <a:spLocks noGrp="1"/>
          </p:cNvSpPr>
          <p:nvPr/>
        </p:nvSpPr>
        <p:spPr>
          <a:xfrm>
            <a:off x="8401050" y="3070738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8C4F45-99E5-47DE-B9F4-5FB5DBFD4DE4}"/>
              </a:ext>
            </a:extLst>
          </p:cNvPr>
          <p:cNvSpPr>
            <a:spLocks noGrp="1"/>
          </p:cNvSpPr>
          <p:nvPr/>
        </p:nvSpPr>
        <p:spPr>
          <a:xfrm>
            <a:off x="8572500" y="3013588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Protocoles d'evaluation auto et humaine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6673FE-8117-49F7-8861-35EDD6026F6D}"/>
              </a:ext>
            </a:extLst>
          </p:cNvPr>
          <p:cNvSpPr>
            <a:spLocks noGrp="1"/>
          </p:cNvSpPr>
          <p:nvPr/>
        </p:nvSpPr>
        <p:spPr>
          <a:xfrm>
            <a:off x="8401050" y="344559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76AC23-E143-48D5-B0E8-62C675EA9B07}"/>
              </a:ext>
            </a:extLst>
          </p:cNvPr>
          <p:cNvSpPr>
            <a:spLocks noGrp="1"/>
          </p:cNvSpPr>
          <p:nvPr/>
        </p:nvSpPr>
        <p:spPr>
          <a:xfrm>
            <a:off x="8572500" y="338844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Resultats, limites et perspectives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1252C2-F0AF-4638-9AD9-AA85BE89B70A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74AFF4-8A9B-41D0-8BCC-2163BB3F8654}"/>
              </a:ext>
            </a:extLst>
          </p:cNvPr>
          <p:cNvSpPr>
            <a:spLocks noGrp="1"/>
          </p:cNvSpPr>
          <p:nvPr/>
        </p:nvSpPr>
        <p:spPr>
          <a:xfrm>
            <a:off x="857250" y="4476750"/>
            <a:ext cx="10591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Temps moyen recommande : 2 a 3 minutes par slide technique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FEB8654-0518-4CB3-AB19-4BA3C2C1413B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0EAAF65-8640-4E60-BE6E-5EED41A3281A}"/>
              </a:ext>
            </a:extLst>
          </p:cNvPr>
          <p:cNvSpPr>
            <a:spLocks noGrp="1"/>
          </p:cNvSpPr>
          <p:nvPr/>
        </p:nvSpPr>
        <p:spPr>
          <a:xfrm>
            <a:off x="857250" y="4800600"/>
            <a:ext cx="10591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Deux moments demo possibles : architecture et application Streamlit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B797D39-4B54-4C68-AE9A-7EE416C5FC50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CC57223-1E85-4191-9925-7A42561CF899}"/>
              </a:ext>
            </a:extLst>
          </p:cNvPr>
          <p:cNvSpPr>
            <a:spLocks noGrp="1"/>
          </p:cNvSpPr>
          <p:nvPr/>
        </p:nvSpPr>
        <p:spPr>
          <a:xfrm>
            <a:off x="857250" y="5124450"/>
            <a:ext cx="10591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Les chiffres montres dans le deck viennent des rapports du projet final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C862649-88CF-4AED-B75B-FFDC4084A35F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69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08CC18D3-35B4-4745-8136-C889C81E79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 w="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F06284-1B89-43A4-8FEB-C01C83139B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25B089-8527-4C6F-843D-8D78999664B8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CONTEXTE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DBBB9D-12D0-41A4-9CA0-A56667FECAE7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0858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Pourquoi ce sujet est utile pour le e-commerce 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2E60B0-CF9F-4680-88A0-3A780B985873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028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Les petits vendeurs ont rarement des moyens professionnels pour produire des photos produit constantes.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2C9A01-E183-47CB-A595-D0CA99F7A01F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3524250" cy="21907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7137A0-1316-43A5-8297-A91CE24A03E3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3181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Problemes observes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A60DBB-40CE-4814-ADA6-A53E1E172E31}"/>
              </a:ext>
            </a:extLst>
          </p:cNvPr>
          <p:cNvSpPr>
            <a:spLocks noGrp="1"/>
          </p:cNvSpPr>
          <p:nvPr/>
        </p:nvSpPr>
        <p:spPr>
          <a:xfrm>
            <a:off x="7048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B9AB15-0B5B-45AA-B29A-B689ACF88FAB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3009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Photos floues ou mal exposees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F3B753-4B97-4518-8310-6D58CBEF2666}"/>
              </a:ext>
            </a:extLst>
          </p:cNvPr>
          <p:cNvSpPr>
            <a:spLocks noGrp="1"/>
          </p:cNvSpPr>
          <p:nvPr/>
        </p:nvSpPr>
        <p:spPr>
          <a:xfrm>
            <a:off x="70485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5B5ECC-865F-4D24-9E87-84BA98FAA69B}"/>
              </a:ext>
            </a:extLst>
          </p:cNvPr>
          <p:cNvSpPr>
            <a:spLocks noGrp="1"/>
          </p:cNvSpPr>
          <p:nvPr/>
        </p:nvSpPr>
        <p:spPr>
          <a:xfrm>
            <a:off x="876300" y="2895600"/>
            <a:ext cx="3009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Cadrage incomplet ou produit trop petit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BA6949-B5DE-4B2E-B9F0-FECF290500E2}"/>
              </a:ext>
            </a:extLst>
          </p:cNvPr>
          <p:cNvSpPr>
            <a:spLocks noGrp="1"/>
          </p:cNvSpPr>
          <p:nvPr/>
        </p:nvSpPr>
        <p:spPr>
          <a:xfrm>
            <a:off x="704850" y="32194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6F6033-80A9-40D5-9E62-550B85E5ABD2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3009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Incoherence entre image et fiche produit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862605-475E-45B3-8BF2-1F90A7C22174}"/>
              </a:ext>
            </a:extLst>
          </p:cNvPr>
          <p:cNvSpPr>
            <a:spLocks noGrp="1"/>
          </p:cNvSpPr>
          <p:nvPr/>
        </p:nvSpPr>
        <p:spPr>
          <a:xfrm>
            <a:off x="704850" y="358447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8C05DD-B4A9-42AC-AF96-D3A9C91A7462}"/>
              </a:ext>
            </a:extLst>
          </p:cNvPr>
          <p:cNvSpPr>
            <a:spLocks noGrp="1"/>
          </p:cNvSpPr>
          <p:nvPr/>
        </p:nvSpPr>
        <p:spPr>
          <a:xfrm>
            <a:off x="876300" y="3527320"/>
            <a:ext cx="3009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Qualite visuelle tres heterogene d'une annonce a l'autre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B02F9C-61A0-4556-88EA-B345ADA15C66}"/>
              </a:ext>
            </a:extLst>
          </p:cNvPr>
          <p:cNvSpPr>
            <a:spLocks noGrp="1"/>
          </p:cNvSpPr>
          <p:nvPr/>
        </p:nvSpPr>
        <p:spPr>
          <a:xfrm>
            <a:off x="4343400" y="2095500"/>
            <a:ext cx="3524250" cy="21907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6D60EB-A3D8-4892-9A09-CD04023047A5}"/>
              </a:ext>
            </a:extLst>
          </p:cNvPr>
          <p:cNvSpPr>
            <a:spLocks noGrp="1"/>
          </p:cNvSpPr>
          <p:nvPr/>
        </p:nvSpPr>
        <p:spPr>
          <a:xfrm>
            <a:off x="4514850" y="2247900"/>
            <a:ext cx="3181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Impact metier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FEF84E-B86D-48BA-AB66-F225E74BE167}"/>
              </a:ext>
            </a:extLst>
          </p:cNvPr>
          <p:cNvSpPr>
            <a:spLocks noGrp="1"/>
          </p:cNvSpPr>
          <p:nvPr/>
        </p:nvSpPr>
        <p:spPr>
          <a:xfrm>
            <a:off x="45148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D921DF-4314-45FA-A103-09AB61B88D39}"/>
              </a:ext>
            </a:extLst>
          </p:cNvPr>
          <p:cNvSpPr>
            <a:spLocks noGrp="1"/>
          </p:cNvSpPr>
          <p:nvPr/>
        </p:nvSpPr>
        <p:spPr>
          <a:xfrm>
            <a:off x="4686300" y="2628900"/>
            <a:ext cx="3009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Moindre confiance du client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8A9904-F591-480D-B85D-DB9BB560C54A}"/>
              </a:ext>
            </a:extLst>
          </p:cNvPr>
          <p:cNvSpPr>
            <a:spLocks noGrp="1"/>
          </p:cNvSpPr>
          <p:nvPr/>
        </p:nvSpPr>
        <p:spPr>
          <a:xfrm>
            <a:off x="451485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41A10F-4FE1-44F1-A3DA-69E45B5F50B5}"/>
              </a:ext>
            </a:extLst>
          </p:cNvPr>
          <p:cNvSpPr>
            <a:spLocks noGrp="1"/>
          </p:cNvSpPr>
          <p:nvPr/>
        </p:nvSpPr>
        <p:spPr>
          <a:xfrm>
            <a:off x="4686300" y="2895600"/>
            <a:ext cx="3009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Baisse du taux de conversion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EE7BDB-FD7A-4272-99B8-ED6D0C54B1A8}"/>
              </a:ext>
            </a:extLst>
          </p:cNvPr>
          <p:cNvSpPr>
            <a:spLocks noGrp="1"/>
          </p:cNvSpPr>
          <p:nvPr/>
        </p:nvSpPr>
        <p:spPr>
          <a:xfrm>
            <a:off x="4514850" y="32194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40337B-5C5B-4ED6-84DA-9CF8423F1062}"/>
              </a:ext>
            </a:extLst>
          </p:cNvPr>
          <p:cNvSpPr>
            <a:spLocks noGrp="1"/>
          </p:cNvSpPr>
          <p:nvPr/>
        </p:nvSpPr>
        <p:spPr>
          <a:xfrm>
            <a:off x="4686300" y="3162300"/>
            <a:ext cx="3009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Retours plus probables si le produit est mal represente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A74FCB-E3E1-4EC4-8988-1D9A01749591}"/>
              </a:ext>
            </a:extLst>
          </p:cNvPr>
          <p:cNvSpPr>
            <a:spLocks noGrp="1"/>
          </p:cNvSpPr>
          <p:nvPr/>
        </p:nvSpPr>
        <p:spPr>
          <a:xfrm>
            <a:off x="4514850" y="358447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974C3C-0C6E-415C-86AF-63BEA50DF58F}"/>
              </a:ext>
            </a:extLst>
          </p:cNvPr>
          <p:cNvSpPr>
            <a:spLocks noGrp="1"/>
          </p:cNvSpPr>
          <p:nvPr/>
        </p:nvSpPr>
        <p:spPr>
          <a:xfrm>
            <a:off x="4686300" y="3527320"/>
            <a:ext cx="3009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F7F3EA"/>
                </a:solidFill>
                <a:latin typeface="Aptos"/>
                <a:ea typeface="Aptos"/>
                <a:cs typeface="Aptos"/>
              </a:rPr>
              <a:t>Temps perdu a </a:t>
            </a:r>
            <a:r>
              <a:rPr sz="1200" b="0" dirty="0" err="1">
                <a:solidFill>
                  <a:srgbClr val="F7F3EA"/>
                </a:solidFill>
                <a:latin typeface="Aptos"/>
                <a:ea typeface="Aptos"/>
                <a:cs typeface="Aptos"/>
              </a:rPr>
              <a:t>corriger</a:t>
            </a:r>
            <a:r>
              <a:rPr sz="1200" b="0" dirty="0">
                <a:solidFill>
                  <a:srgbClr val="F7F3E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F7F3EA"/>
                </a:solidFill>
                <a:latin typeface="Aptos"/>
                <a:ea typeface="Aptos"/>
                <a:cs typeface="Aptos"/>
              </a:rPr>
              <a:t>ou</a:t>
            </a:r>
            <a:r>
              <a:rPr sz="1200" b="0" dirty="0">
                <a:solidFill>
                  <a:srgbClr val="F7F3E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F7F3EA"/>
                </a:solidFill>
                <a:latin typeface="Aptos"/>
                <a:ea typeface="Aptos"/>
                <a:cs typeface="Aptos"/>
              </a:rPr>
              <a:t>republier</a:t>
            </a:r>
            <a:r>
              <a:rPr sz="1200" b="0" dirty="0">
                <a:solidFill>
                  <a:srgbClr val="F7F3EA"/>
                </a:solidFill>
                <a:latin typeface="Aptos"/>
                <a:ea typeface="Aptos"/>
                <a:cs typeface="Aptos"/>
              </a:rPr>
              <a:t> des fiches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410646-A0C7-4DE0-AB05-01D25B9173F8}"/>
              </a:ext>
            </a:extLst>
          </p:cNvPr>
          <p:cNvSpPr>
            <a:spLocks noGrp="1"/>
          </p:cNvSpPr>
          <p:nvPr/>
        </p:nvSpPr>
        <p:spPr>
          <a:xfrm>
            <a:off x="8153400" y="2095500"/>
            <a:ext cx="3524250" cy="21907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CB1353-A9E6-4573-B28A-E746DD681560}"/>
              </a:ext>
            </a:extLst>
          </p:cNvPr>
          <p:cNvSpPr>
            <a:spLocks noGrp="1"/>
          </p:cNvSpPr>
          <p:nvPr/>
        </p:nvSpPr>
        <p:spPr>
          <a:xfrm>
            <a:off x="8324850" y="2247900"/>
            <a:ext cx="3181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Besoin reel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DC6DED-5780-4AA8-96A5-80C055EBAC44}"/>
              </a:ext>
            </a:extLst>
          </p:cNvPr>
          <p:cNvSpPr>
            <a:spLocks noGrp="1"/>
          </p:cNvSpPr>
          <p:nvPr/>
        </p:nvSpPr>
        <p:spPr>
          <a:xfrm>
            <a:off x="83248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75565D-A0EA-4B9D-9A9E-9801ECE525B1}"/>
              </a:ext>
            </a:extLst>
          </p:cNvPr>
          <p:cNvSpPr>
            <a:spLocks noGrp="1"/>
          </p:cNvSpPr>
          <p:nvPr/>
        </p:nvSpPr>
        <p:spPr>
          <a:xfrm>
            <a:off x="8496300" y="2628900"/>
            <a:ext cx="3009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Un outil simple, rapide et interpretable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533C93-D639-43C6-A87D-2A8A53BA1B86}"/>
              </a:ext>
            </a:extLst>
          </p:cNvPr>
          <p:cNvSpPr>
            <a:spLocks noGrp="1"/>
          </p:cNvSpPr>
          <p:nvPr/>
        </p:nvSpPr>
        <p:spPr>
          <a:xfrm>
            <a:off x="832485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99C247-F1FD-4559-A343-4BD861397A9D}"/>
              </a:ext>
            </a:extLst>
          </p:cNvPr>
          <p:cNvSpPr>
            <a:spLocks noGrp="1"/>
          </p:cNvSpPr>
          <p:nvPr/>
        </p:nvSpPr>
        <p:spPr>
          <a:xfrm>
            <a:off x="8496300" y="2895600"/>
            <a:ext cx="3009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Sans entrainement couteux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4C06EE-EE55-4EBE-A9F0-AC85549D742B}"/>
              </a:ext>
            </a:extLst>
          </p:cNvPr>
          <p:cNvSpPr>
            <a:spLocks noGrp="1"/>
          </p:cNvSpPr>
          <p:nvPr/>
        </p:nvSpPr>
        <p:spPr>
          <a:xfrm>
            <a:off x="8324850" y="32194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F5580D-E3AF-4D69-960E-8921052A7077}"/>
              </a:ext>
            </a:extLst>
          </p:cNvPr>
          <p:cNvSpPr>
            <a:spLocks noGrp="1"/>
          </p:cNvSpPr>
          <p:nvPr/>
        </p:nvSpPr>
        <p:spPr>
          <a:xfrm>
            <a:off x="8496300" y="3162300"/>
            <a:ext cx="3009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Capable de donner un score et des conseils concrets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993BCC3-26B3-4A16-A09C-3D116A278D03}"/>
              </a:ext>
            </a:extLst>
          </p:cNvPr>
          <p:cNvSpPr>
            <a:spLocks noGrp="1"/>
          </p:cNvSpPr>
          <p:nvPr/>
        </p:nvSpPr>
        <p:spPr>
          <a:xfrm>
            <a:off x="8324850" y="358447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494378F-CC9D-49E6-95F9-9608CC4A6A02}"/>
              </a:ext>
            </a:extLst>
          </p:cNvPr>
          <p:cNvSpPr>
            <a:spLocks noGrp="1"/>
          </p:cNvSpPr>
          <p:nvPr/>
        </p:nvSpPr>
        <p:spPr>
          <a:xfrm>
            <a:off x="8496300" y="3527320"/>
            <a:ext cx="3009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F7F3EA"/>
                </a:solidFill>
                <a:latin typeface="Aptos"/>
                <a:ea typeface="Aptos"/>
                <a:cs typeface="Aptos"/>
              </a:rPr>
              <a:t>Utilisable</a:t>
            </a:r>
            <a:r>
              <a:rPr sz="1200" b="0" dirty="0">
                <a:solidFill>
                  <a:srgbClr val="F7F3EA"/>
                </a:solidFill>
                <a:latin typeface="Aptos"/>
                <a:ea typeface="Aptos"/>
                <a:cs typeface="Aptos"/>
              </a:rPr>
              <a:t> par un non-expert de la </a:t>
            </a:r>
            <a:r>
              <a:rPr sz="1200" b="0" dirty="0" err="1">
                <a:solidFill>
                  <a:srgbClr val="F7F3EA"/>
                </a:solidFill>
                <a:latin typeface="Aptos"/>
                <a:ea typeface="Aptos"/>
                <a:cs typeface="Aptos"/>
              </a:rPr>
              <a:t>photographie</a:t>
            </a:r>
            <a:endParaRPr sz="1200" b="0" dirty="0">
              <a:solidFill>
                <a:srgbClr val="F7F3E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0D87DDF-BD08-408D-B2D2-1C9F0A1AE938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09823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3192F36B-BF14-4852-A3D3-9BD155210B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1B2E"/>
          </a:solidFill>
          <a:ln w="0">
            <a:solidFill>
              <a:srgbClr val="131B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F7D1C8-B8E2-4E88-B0C5-88DDFF22B9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9D958D-DF6E-40A2-A029-D028A5C17D37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AD543E-DCE6-4243-8E1D-F70B1AA35EAD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0858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Problematique et question de recherche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F9C0CD-0377-4A09-BE7D-2AB2C80D278C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028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Comment evaluer automatiquement la qualite d'une photo produit sans entrainer un modele specifique 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AC3BC4-51F6-486A-AC57-3B847951BB44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5334000" cy="17145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89AA1A-2809-4D80-AB7B-4BC69AEAB71E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4991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Question de recherche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BE9AD7-3200-4190-B56A-1D53C975681C}"/>
              </a:ext>
            </a:extLst>
          </p:cNvPr>
          <p:cNvSpPr>
            <a:spLocks noGrp="1"/>
          </p:cNvSpPr>
          <p:nvPr/>
        </p:nvSpPr>
        <p:spPr>
          <a:xfrm>
            <a:off x="7048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A41B82-2236-46D3-BF0B-A524F42CD620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481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Peut-on construire un score de qualite pertinent en combinant texte, vision classique et CLIP 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20B90E-9015-447E-B06F-06966C747A63}"/>
              </a:ext>
            </a:extLst>
          </p:cNvPr>
          <p:cNvSpPr>
            <a:spLocks noGrp="1"/>
          </p:cNvSpPr>
          <p:nvPr/>
        </p:nvSpPr>
        <p:spPr>
          <a:xfrm>
            <a:off x="704850" y="3090399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E7D2BA-4B92-4F11-9FE3-40AAB78F57BD}"/>
              </a:ext>
            </a:extLst>
          </p:cNvPr>
          <p:cNvSpPr>
            <a:spLocks noGrp="1"/>
          </p:cNvSpPr>
          <p:nvPr/>
        </p:nvSpPr>
        <p:spPr>
          <a:xfrm>
            <a:off x="876300" y="3023417"/>
            <a:ext cx="481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Peut-on garder un systeme explicable et defendable scientifiquement dans un delai court 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7EA795-1B1C-40A3-8DEC-D95718745C7E}"/>
              </a:ext>
            </a:extLst>
          </p:cNvPr>
          <p:cNvSpPr>
            <a:spLocks noGrp="1"/>
          </p:cNvSpPr>
          <p:nvPr/>
        </p:nvSpPr>
        <p:spPr>
          <a:xfrm>
            <a:off x="6191250" y="2095500"/>
            <a:ext cx="5467350" cy="17145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DE0A9C-089B-4DB3-BC9E-CAC43C184DD6}"/>
              </a:ext>
            </a:extLst>
          </p:cNvPr>
          <p:cNvSpPr>
            <a:spLocks noGrp="1"/>
          </p:cNvSpPr>
          <p:nvPr/>
        </p:nvSpPr>
        <p:spPr>
          <a:xfrm>
            <a:off x="6362700" y="2247900"/>
            <a:ext cx="5124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Reponse proposee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57AB15-D149-4DF2-B6AD-E2F367DB2FFB}"/>
              </a:ext>
            </a:extLst>
          </p:cNvPr>
          <p:cNvSpPr>
            <a:spLocks noGrp="1"/>
          </p:cNvSpPr>
          <p:nvPr/>
        </p:nvSpPr>
        <p:spPr>
          <a:xfrm>
            <a:off x="636270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617A60-D25D-4E63-B083-AABE7A8FE1E3}"/>
              </a:ext>
            </a:extLst>
          </p:cNvPr>
          <p:cNvSpPr>
            <a:spLocks noGrp="1"/>
          </p:cNvSpPr>
          <p:nvPr/>
        </p:nvSpPr>
        <p:spPr>
          <a:xfrm>
            <a:off x="6534150" y="2628900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Oui, via une architecture zero-shot multimodale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A09B9A-0952-40F7-92F1-7A3070ABAB04}"/>
              </a:ext>
            </a:extLst>
          </p:cNvPr>
          <p:cNvSpPr>
            <a:spLocks noGrp="1"/>
          </p:cNvSpPr>
          <p:nvPr/>
        </p:nvSpPr>
        <p:spPr>
          <a:xfrm>
            <a:off x="636270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A6276C-DBC4-401C-9EE1-94342BA6397B}"/>
              </a:ext>
            </a:extLst>
          </p:cNvPr>
          <p:cNvSpPr>
            <a:spLocks noGrp="1"/>
          </p:cNvSpPr>
          <p:nvPr/>
        </p:nvSpPr>
        <p:spPr>
          <a:xfrm>
            <a:off x="6534150" y="2895600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texte de l'annonce sert de verite d'entree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ACC69B-41AD-4BEC-BE75-6D4D82A8B0B3}"/>
              </a:ext>
            </a:extLst>
          </p:cNvPr>
          <p:cNvSpPr>
            <a:spLocks noGrp="1"/>
          </p:cNvSpPr>
          <p:nvPr/>
        </p:nvSpPr>
        <p:spPr>
          <a:xfrm>
            <a:off x="6362700" y="32194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C50360-9311-48C3-88FB-756ADE62BEBD}"/>
              </a:ext>
            </a:extLst>
          </p:cNvPr>
          <p:cNvSpPr>
            <a:spLocks noGrp="1"/>
          </p:cNvSpPr>
          <p:nvPr/>
        </p:nvSpPr>
        <p:spPr>
          <a:xfrm>
            <a:off x="6534150" y="3162300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produit cible est selectionne avant l'analyse de qualite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F1DC63-E14F-49FF-8BA5-7B9AB9C6A52D}"/>
              </a:ext>
            </a:extLst>
          </p:cNvPr>
          <p:cNvSpPr>
            <a:spLocks noGrp="1"/>
          </p:cNvSpPr>
          <p:nvPr/>
        </p:nvSpPr>
        <p:spPr>
          <a:xfrm>
            <a:off x="6362700" y="34861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E27408-DEE8-4F83-8443-ABB92CC12809}"/>
              </a:ext>
            </a:extLst>
          </p:cNvPr>
          <p:cNvSpPr>
            <a:spLocks noGrp="1"/>
          </p:cNvSpPr>
          <p:nvPr/>
        </p:nvSpPr>
        <p:spPr>
          <a:xfrm>
            <a:off x="6534150" y="3429000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Les mesures sont interpretable et visibles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7F9C57-7416-4DB3-A08F-60833D160AAD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0A159C-ECC1-49A3-9A7D-44CA0A02BBEB}"/>
              </a:ext>
            </a:extLst>
          </p:cNvPr>
          <p:cNvSpPr>
            <a:spLocks noGrp="1"/>
          </p:cNvSpPr>
          <p:nvPr/>
        </p:nvSpPr>
        <p:spPr>
          <a:xfrm>
            <a:off x="857250" y="4343400"/>
            <a:ext cx="10496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Objectif principal : score global de qualite photo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75B7F0-5CB6-4E3D-9171-1448B543A3E4}"/>
              </a:ext>
            </a:extLst>
          </p:cNvPr>
          <p:cNvSpPr>
            <a:spLocks noGrp="1"/>
          </p:cNvSpPr>
          <p:nvPr/>
        </p:nvSpPr>
        <p:spPr>
          <a:xfrm>
            <a:off x="685800" y="472440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8307FD-4B08-4C4F-8695-DEDA477BEE6C}"/>
              </a:ext>
            </a:extLst>
          </p:cNvPr>
          <p:cNvSpPr>
            <a:spLocks noGrp="1"/>
          </p:cNvSpPr>
          <p:nvPr/>
        </p:nvSpPr>
        <p:spPr>
          <a:xfrm>
            <a:off x="857250" y="4667250"/>
            <a:ext cx="10496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Objectif secondaire : conseils d'amelioration directement actionnables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E39370-F428-4AEF-8720-2DACEF5444CF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D83FA0-514F-49E7-B580-8E269B3782D5}"/>
              </a:ext>
            </a:extLst>
          </p:cNvPr>
          <p:cNvSpPr>
            <a:spLocks noGrp="1"/>
          </p:cNvSpPr>
          <p:nvPr/>
        </p:nvSpPr>
        <p:spPr>
          <a:xfrm>
            <a:off x="857250" y="4991100"/>
            <a:ext cx="10496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Objectif methodologique : eviter l'entrainement local tout en gardant une evaluation quantitative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A844C2-385D-4EAF-95B9-BFFC8AEE899E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84610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7709B59C-018A-4D0D-B6DC-1847DE2C7E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 w="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130BB6-3E07-444E-972E-5DFFAF2B95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644BB0-9270-471B-AC88-C06CAB4E9009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CONTRIBUTIONS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4DC9F5-73BE-4100-84F2-5FE15B128ACC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0858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Contributions du projet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0BBCDA-9ADD-4E2C-A751-43189B0BD7BB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028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projet apporte une solution complete, explicable et evaluee experimentalement.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E60101-CEE3-46A1-ACF6-4B72C0B4790F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3429000" cy="20002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A93941-ABF8-4CF4-A316-207A634580F6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Contribution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61B3DA-441B-4557-A061-1EAE171DC79F}"/>
              </a:ext>
            </a:extLst>
          </p:cNvPr>
          <p:cNvSpPr>
            <a:spLocks noGrp="1"/>
          </p:cNvSpPr>
          <p:nvPr/>
        </p:nvSpPr>
        <p:spPr>
          <a:xfrm>
            <a:off x="7048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142038-66AE-43E8-97E0-4315F988AC08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Architecture zero-shot complete pour l'evaluation photo e-commerce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96D84-D2F7-4B9C-B041-D8EA081D80E4}"/>
              </a:ext>
            </a:extLst>
          </p:cNvPr>
          <p:cNvSpPr>
            <a:spLocks noGrp="1"/>
          </p:cNvSpPr>
          <p:nvPr/>
        </p:nvSpPr>
        <p:spPr>
          <a:xfrm>
            <a:off x="704850" y="3169061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66BB66-B2C1-4E05-A0CC-4B570DA238CC}"/>
              </a:ext>
            </a:extLst>
          </p:cNvPr>
          <p:cNvSpPr>
            <a:spLocks noGrp="1"/>
          </p:cNvSpPr>
          <p:nvPr/>
        </p:nvSpPr>
        <p:spPr>
          <a:xfrm>
            <a:off x="876300" y="3111911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Aucun entrainement de modele dans le depot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747D47-48D7-4C0E-A3C5-905C47C95F50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3429000" cy="20002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2C995D-B8FB-4126-9C13-46CA186539DE}"/>
              </a:ext>
            </a:extLst>
          </p:cNvPr>
          <p:cNvSpPr>
            <a:spLocks noGrp="1"/>
          </p:cNvSpPr>
          <p:nvPr/>
        </p:nvSpPr>
        <p:spPr>
          <a:xfrm>
            <a:off x="4552950" y="22479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Contribution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3681E8-8324-474F-8E61-9AA5CAB8B2AD}"/>
              </a:ext>
            </a:extLst>
          </p:cNvPr>
          <p:cNvSpPr>
            <a:spLocks noGrp="1"/>
          </p:cNvSpPr>
          <p:nvPr/>
        </p:nvSpPr>
        <p:spPr>
          <a:xfrm>
            <a:off x="45529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DB954E-EFF6-47C6-8088-A3DC0566C471}"/>
              </a:ext>
            </a:extLst>
          </p:cNvPr>
          <p:cNvSpPr>
            <a:spLocks noGrp="1"/>
          </p:cNvSpPr>
          <p:nvPr/>
        </p:nvSpPr>
        <p:spPr>
          <a:xfrm>
            <a:off x="4724400" y="26289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Selection du bon produit via regions candidates + CLIP + heuristiques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FE73C6-9295-4820-9981-8D84108A6C87}"/>
              </a:ext>
            </a:extLst>
          </p:cNvPr>
          <p:cNvSpPr>
            <a:spLocks noGrp="1"/>
          </p:cNvSpPr>
          <p:nvPr/>
        </p:nvSpPr>
        <p:spPr>
          <a:xfrm>
            <a:off x="4552950" y="3169061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4535E0-957B-42DD-91A2-7D1952401F71}"/>
              </a:ext>
            </a:extLst>
          </p:cNvPr>
          <p:cNvSpPr>
            <a:spLocks noGrp="1"/>
          </p:cNvSpPr>
          <p:nvPr/>
        </p:nvSpPr>
        <p:spPr>
          <a:xfrm>
            <a:off x="4724400" y="3111911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Explicabilite du crop retenu et des sous-scores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294F8D-D1E5-4511-BB6F-2A45142A78C6}"/>
              </a:ext>
            </a:extLst>
          </p:cNvPr>
          <p:cNvSpPr>
            <a:spLocks noGrp="1"/>
          </p:cNvSpPr>
          <p:nvPr/>
        </p:nvSpPr>
        <p:spPr>
          <a:xfrm>
            <a:off x="8229600" y="2095500"/>
            <a:ext cx="3429000" cy="20002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4BDF93-8695-46D3-B491-042DA2FFC6D1}"/>
              </a:ext>
            </a:extLst>
          </p:cNvPr>
          <p:cNvSpPr>
            <a:spLocks noGrp="1"/>
          </p:cNvSpPr>
          <p:nvPr/>
        </p:nvSpPr>
        <p:spPr>
          <a:xfrm>
            <a:off x="8401050" y="22479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Contribution 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E4F337-14EB-489F-8C22-27122EAF556A}"/>
              </a:ext>
            </a:extLst>
          </p:cNvPr>
          <p:cNvSpPr>
            <a:spLocks noGrp="1"/>
          </p:cNvSpPr>
          <p:nvPr/>
        </p:nvSpPr>
        <p:spPr>
          <a:xfrm>
            <a:off x="84010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A00677-E953-4D7A-AB0F-9CB3761550A0}"/>
              </a:ext>
            </a:extLst>
          </p:cNvPr>
          <p:cNvSpPr>
            <a:spLocks noGrp="1"/>
          </p:cNvSpPr>
          <p:nvPr/>
        </p:nvSpPr>
        <p:spPr>
          <a:xfrm>
            <a:off x="8572500" y="26289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Dataset final propre + degradations controlees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650546-C79A-4507-B0F8-711FE144888E}"/>
              </a:ext>
            </a:extLst>
          </p:cNvPr>
          <p:cNvSpPr>
            <a:spLocks noGrp="1"/>
          </p:cNvSpPr>
          <p:nvPr/>
        </p:nvSpPr>
        <p:spPr>
          <a:xfrm>
            <a:off x="8401050" y="3169061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2FD31F-3A28-4A78-8107-8C1B09F03399}"/>
              </a:ext>
            </a:extLst>
          </p:cNvPr>
          <p:cNvSpPr>
            <a:spLocks noGrp="1"/>
          </p:cNvSpPr>
          <p:nvPr/>
        </p:nvSpPr>
        <p:spPr>
          <a:xfrm>
            <a:off x="8572500" y="3111911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Validation automatique et evaluation humaine finale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6DA366-5DC3-43F4-9D6F-B8424C9BDF9C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017A58A-4F48-4EAF-8352-87D56EFC64B4}"/>
              </a:ext>
            </a:extLst>
          </p:cNvPr>
          <p:cNvSpPr>
            <a:spLocks noGrp="1"/>
          </p:cNvSpPr>
          <p:nvPr/>
        </p:nvSpPr>
        <p:spPr>
          <a:xfrm>
            <a:off x="857250" y="4476750"/>
            <a:ext cx="10496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Valeur scientifique : combinaison multimodale explicable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D346B3-7CFC-4088-8271-16FDDA910998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A14706-5280-4B1B-A9A8-98DC50C8164C}"/>
              </a:ext>
            </a:extLst>
          </p:cNvPr>
          <p:cNvSpPr>
            <a:spLocks noGrp="1"/>
          </p:cNvSpPr>
          <p:nvPr/>
        </p:nvSpPr>
        <p:spPr>
          <a:xfrm>
            <a:off x="857250" y="4800600"/>
            <a:ext cx="10496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Valeur pratique : application Streamlit demonstrable pour un vendeur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042D9DE-0CBE-4477-89B4-EEA1F2D0A17C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19BABF7-232E-4AB5-9D88-FDCA7C19DA1F}"/>
              </a:ext>
            </a:extLst>
          </p:cNvPr>
          <p:cNvSpPr>
            <a:spLocks noGrp="1"/>
          </p:cNvSpPr>
          <p:nvPr/>
        </p:nvSpPr>
        <p:spPr>
          <a:xfrm>
            <a:off x="857250" y="5124450"/>
            <a:ext cx="10496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Valeur experimentale : protocoles reproductibles et rapport final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4E1C3D-F29E-403F-AC7C-1ABB67124151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30706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91E4977-3C95-4D3E-9744-37A32BDE93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1B2E"/>
          </a:solidFill>
          <a:ln w="0">
            <a:solidFill>
              <a:srgbClr val="131B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8C8A1D-84C5-432C-BF89-EBB947E978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A497FC-9E50-45C6-9781-C0E29453D523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HYPOTHESES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D727B-74FA-4A87-ABC5-FBC45452CA6A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0858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Hypotheses structurantes et contraintes du PFE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083DF4-2551-44F1-A42E-D470A701B777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028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Ces choix delimitent le scope et rendent le projet realisable sur environ deux mois.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336CDF-51B7-48B9-8A14-45303B464F1D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5334000" cy="21907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72129A-6F60-49FF-AE6D-64240F145B78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4991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Hypotheses fortes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3D9D10-CD5F-4CBF-80EE-CA4A38E56758}"/>
              </a:ext>
            </a:extLst>
          </p:cNvPr>
          <p:cNvSpPr>
            <a:spLocks noGrp="1"/>
          </p:cNvSpPr>
          <p:nvPr/>
        </p:nvSpPr>
        <p:spPr>
          <a:xfrm>
            <a:off x="7048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2823E6-5B85-46BA-ACB4-0717575A04D5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481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texte de l'annonce est la source de verite principale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B852C4-8144-4DFA-8757-99EE8F33C98B}"/>
              </a:ext>
            </a:extLst>
          </p:cNvPr>
          <p:cNvSpPr>
            <a:spLocks noGrp="1"/>
          </p:cNvSpPr>
          <p:nvPr/>
        </p:nvSpPr>
        <p:spPr>
          <a:xfrm>
            <a:off x="70485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58B60D-7DF9-4133-ABF8-4A36986A7CBD}"/>
              </a:ext>
            </a:extLst>
          </p:cNvPr>
          <p:cNvSpPr>
            <a:spLocks noGrp="1"/>
          </p:cNvSpPr>
          <p:nvPr/>
        </p:nvSpPr>
        <p:spPr>
          <a:xfrm>
            <a:off x="876300" y="2895600"/>
            <a:ext cx="481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Pas d'OCR dans le chemin critique du scoring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018604-C1CD-4FAF-853E-E3C8BBA0F096}"/>
              </a:ext>
            </a:extLst>
          </p:cNvPr>
          <p:cNvSpPr>
            <a:spLocks noGrp="1"/>
          </p:cNvSpPr>
          <p:nvPr/>
        </p:nvSpPr>
        <p:spPr>
          <a:xfrm>
            <a:off x="704850" y="32194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3BA1AB-2DE4-485D-A6AD-D25C70E450DF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481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Pas d'entrainement local de modele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EA54B5-7824-45BC-B684-55E24DD5AFDE}"/>
              </a:ext>
            </a:extLst>
          </p:cNvPr>
          <p:cNvSpPr>
            <a:spLocks noGrp="1"/>
          </p:cNvSpPr>
          <p:nvPr/>
        </p:nvSpPr>
        <p:spPr>
          <a:xfrm>
            <a:off x="704850" y="34861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6993E4-8036-47D3-9DA1-5815CE1C18D5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481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Les mauvaises images sont generees par degradations controlees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826A0B-8C7F-4F1D-ACBA-D0BB3D00FF00}"/>
              </a:ext>
            </a:extLst>
          </p:cNvPr>
          <p:cNvSpPr>
            <a:spLocks noGrp="1"/>
          </p:cNvSpPr>
          <p:nvPr/>
        </p:nvSpPr>
        <p:spPr>
          <a:xfrm>
            <a:off x="6191250" y="2095500"/>
            <a:ext cx="5467350" cy="21907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384E48-4F5E-47C4-96B9-F0D238249A68}"/>
              </a:ext>
            </a:extLst>
          </p:cNvPr>
          <p:cNvSpPr>
            <a:spLocks noGrp="1"/>
          </p:cNvSpPr>
          <p:nvPr/>
        </p:nvSpPr>
        <p:spPr>
          <a:xfrm>
            <a:off x="6362700" y="2247900"/>
            <a:ext cx="5124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Contraintes de scope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47221C-15DA-497E-A1B5-1F884FB651F4}"/>
              </a:ext>
            </a:extLst>
          </p:cNvPr>
          <p:cNvSpPr>
            <a:spLocks noGrp="1"/>
          </p:cNvSpPr>
          <p:nvPr/>
        </p:nvSpPr>
        <p:spPr>
          <a:xfrm>
            <a:off x="636270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B53BEB-A1EB-46A3-84B1-9270DE1B4E69}"/>
              </a:ext>
            </a:extLst>
          </p:cNvPr>
          <p:cNvSpPr>
            <a:spLocks noGrp="1"/>
          </p:cNvSpPr>
          <p:nvPr/>
        </p:nvSpPr>
        <p:spPr>
          <a:xfrm>
            <a:off x="6534150" y="2628900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Trois familles seulement : shoes, clothing, portable_electronics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311D5B-0180-4725-98B1-EDCB48FC7BD8}"/>
              </a:ext>
            </a:extLst>
          </p:cNvPr>
          <p:cNvSpPr>
            <a:spLocks noGrp="1"/>
          </p:cNvSpPr>
          <p:nvPr/>
        </p:nvSpPr>
        <p:spPr>
          <a:xfrm>
            <a:off x="636270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38482F-0A3B-4951-A8B0-C6B9893EB58C}"/>
              </a:ext>
            </a:extLst>
          </p:cNvPr>
          <p:cNvSpPr>
            <a:spLocks noGrp="1"/>
          </p:cNvSpPr>
          <p:nvPr/>
        </p:nvSpPr>
        <p:spPr>
          <a:xfrm>
            <a:off x="6534150" y="2895600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systeme doit rester interpretable et presentable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982421-3B4D-4758-A869-41B6AC5DBC7A}"/>
              </a:ext>
            </a:extLst>
          </p:cNvPr>
          <p:cNvSpPr>
            <a:spLocks noGrp="1"/>
          </p:cNvSpPr>
          <p:nvPr/>
        </p:nvSpPr>
        <p:spPr>
          <a:xfrm>
            <a:off x="6362700" y="32194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EFFDC3-834B-4004-937F-DBC49C2E580A}"/>
              </a:ext>
            </a:extLst>
          </p:cNvPr>
          <p:cNvSpPr>
            <a:spLocks noGrp="1"/>
          </p:cNvSpPr>
          <p:nvPr/>
        </p:nvSpPr>
        <p:spPr>
          <a:xfrm>
            <a:off x="6534150" y="3162300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temps disponible impose des choix pragmatiques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2230CA-F1CA-4A8F-A1F9-50DB0F4A09CA}"/>
              </a:ext>
            </a:extLst>
          </p:cNvPr>
          <p:cNvSpPr>
            <a:spLocks noGrp="1"/>
          </p:cNvSpPr>
          <p:nvPr/>
        </p:nvSpPr>
        <p:spPr>
          <a:xfrm>
            <a:off x="6362700" y="34861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4A016D7-2370-4767-8CD2-B44A56B49490}"/>
              </a:ext>
            </a:extLst>
          </p:cNvPr>
          <p:cNvSpPr>
            <a:spLocks noGrp="1"/>
          </p:cNvSpPr>
          <p:nvPr/>
        </p:nvSpPr>
        <p:spPr>
          <a:xfrm>
            <a:off x="6534150" y="3429000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Les recommandations doivent rester simples pour un vendeur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0C513F-5BE2-4608-B3C3-FCE6F8FF903E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04936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510AB0D-87CE-4E90-A1E2-74F50FCC20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 w="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95AD6A-F70F-4EF4-BF55-F661A1FB57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3C713D-9C62-4C10-A865-4AAA8034341C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POSITIONNEMENT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1781CE-72AD-4713-93C9-511B36FBCCF5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0858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Pourquoi une approche zero-shot plutot qu'une approche supervisee 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D689E7-841A-4C0E-94F7-F55A6A7E57B0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028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choix n'est pas de battre un benchmark deep learning, mais de construire une solution credible, legere et explicable.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9A9520-7567-4E10-BD53-70B83993CEEB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5334000" cy="23812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0FBC25-EB3C-4328-87BC-4E300E935982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4991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Approche supervisee classique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3A5BBE-D4AA-41A4-A9DF-4E0D22A03FB0}"/>
              </a:ext>
            </a:extLst>
          </p:cNvPr>
          <p:cNvSpPr>
            <a:spLocks noGrp="1"/>
          </p:cNvSpPr>
          <p:nvPr/>
        </p:nvSpPr>
        <p:spPr>
          <a:xfrm>
            <a:off x="7048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A5D4D4-AE0E-4E52-B5A5-EA2B1C049C08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481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Besoin d'un grand dataset annote manuellement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7D3F52-ECB3-41C8-8417-1486DB85FD32}"/>
              </a:ext>
            </a:extLst>
          </p:cNvPr>
          <p:cNvSpPr>
            <a:spLocks noGrp="1"/>
          </p:cNvSpPr>
          <p:nvPr/>
        </p:nvSpPr>
        <p:spPr>
          <a:xfrm>
            <a:off x="70485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A751E8-981B-469C-8569-2E8CEAECE295}"/>
              </a:ext>
            </a:extLst>
          </p:cNvPr>
          <p:cNvSpPr>
            <a:spLocks noGrp="1"/>
          </p:cNvSpPr>
          <p:nvPr/>
        </p:nvSpPr>
        <p:spPr>
          <a:xfrm>
            <a:off x="876300" y="2895600"/>
            <a:ext cx="481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Cout de preparation et d'entrainement eleve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185325-18BD-4D6C-A2F8-8CB32A1B7FF2}"/>
              </a:ext>
            </a:extLst>
          </p:cNvPr>
          <p:cNvSpPr>
            <a:spLocks noGrp="1"/>
          </p:cNvSpPr>
          <p:nvPr/>
        </p:nvSpPr>
        <p:spPr>
          <a:xfrm>
            <a:off x="704850" y="32194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4B057D-6A98-43E0-A58E-F7BA5FEBEE20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481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Moins interpretable pour un petit PFE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9B75FD-C449-495D-843C-8A928FA46E9C}"/>
              </a:ext>
            </a:extLst>
          </p:cNvPr>
          <p:cNvSpPr>
            <a:spLocks noGrp="1"/>
          </p:cNvSpPr>
          <p:nvPr/>
        </p:nvSpPr>
        <p:spPr>
          <a:xfrm>
            <a:off x="704850" y="34861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CEE8E5-2CE4-482A-9765-52B1BC2A50C5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481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Risque d'etre hors delai pour 2 mois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CC0909-549D-476A-A434-1DBDAFEB8127}"/>
              </a:ext>
            </a:extLst>
          </p:cNvPr>
          <p:cNvSpPr>
            <a:spLocks noGrp="1"/>
          </p:cNvSpPr>
          <p:nvPr/>
        </p:nvSpPr>
        <p:spPr>
          <a:xfrm>
            <a:off x="6191250" y="2095500"/>
            <a:ext cx="5467350" cy="23812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8C9D00-AF07-4AE5-AE23-6BFB2569EB10}"/>
              </a:ext>
            </a:extLst>
          </p:cNvPr>
          <p:cNvSpPr>
            <a:spLocks noGrp="1"/>
          </p:cNvSpPr>
          <p:nvPr/>
        </p:nvSpPr>
        <p:spPr>
          <a:xfrm>
            <a:off x="6362700" y="2247900"/>
            <a:ext cx="5124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Approche retenue ici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E1832D-FB5E-4BFC-934A-32F8E7704BA0}"/>
              </a:ext>
            </a:extLst>
          </p:cNvPr>
          <p:cNvSpPr>
            <a:spLocks noGrp="1"/>
          </p:cNvSpPr>
          <p:nvPr/>
        </p:nvSpPr>
        <p:spPr>
          <a:xfrm>
            <a:off x="636270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5DB104-3A8C-4A91-A4AB-92F5E9935A69}"/>
              </a:ext>
            </a:extLst>
          </p:cNvPr>
          <p:cNvSpPr>
            <a:spLocks noGrp="1"/>
          </p:cNvSpPr>
          <p:nvPr/>
        </p:nvSpPr>
        <p:spPr>
          <a:xfrm>
            <a:off x="6534150" y="2628900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Reutilisation de modeles pre-entraines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53ABC5-FC8C-49C9-A3C3-363E511B4C96}"/>
              </a:ext>
            </a:extLst>
          </p:cNvPr>
          <p:cNvSpPr>
            <a:spLocks noGrp="1"/>
          </p:cNvSpPr>
          <p:nvPr/>
        </p:nvSpPr>
        <p:spPr>
          <a:xfrm>
            <a:off x="636270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F802A5-304B-4DD0-A6A1-09C322343409}"/>
              </a:ext>
            </a:extLst>
          </p:cNvPr>
          <p:cNvSpPr>
            <a:spLocks noGrp="1"/>
          </p:cNvSpPr>
          <p:nvPr/>
        </p:nvSpPr>
        <p:spPr>
          <a:xfrm>
            <a:off x="6534150" y="2895600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Fusion texte + image + heuristiques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D94C32-0BF1-4384-B91D-A04C15BB617C}"/>
              </a:ext>
            </a:extLst>
          </p:cNvPr>
          <p:cNvSpPr>
            <a:spLocks noGrp="1"/>
          </p:cNvSpPr>
          <p:nvPr/>
        </p:nvSpPr>
        <p:spPr>
          <a:xfrm>
            <a:off x="6362700" y="32194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93D429-753F-48C0-A86A-427FBFA600D5}"/>
              </a:ext>
            </a:extLst>
          </p:cNvPr>
          <p:cNvSpPr>
            <a:spLocks noGrp="1"/>
          </p:cNvSpPr>
          <p:nvPr/>
        </p:nvSpPr>
        <p:spPr>
          <a:xfrm>
            <a:off x="6534150" y="3162300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Explicabilite des etapes de decision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540658-6423-400E-8ADA-12CD87F1A030}"/>
              </a:ext>
            </a:extLst>
          </p:cNvPr>
          <p:cNvSpPr>
            <a:spLocks noGrp="1"/>
          </p:cNvSpPr>
          <p:nvPr/>
        </p:nvSpPr>
        <p:spPr>
          <a:xfrm>
            <a:off x="6362700" y="34861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109336-C68C-4C08-B92D-7EA121A1419C}"/>
              </a:ext>
            </a:extLst>
          </p:cNvPr>
          <p:cNvSpPr>
            <a:spLocks noGrp="1"/>
          </p:cNvSpPr>
          <p:nvPr/>
        </p:nvSpPr>
        <p:spPr>
          <a:xfrm>
            <a:off x="6534150" y="3429000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Validation via degradations controlees et corrrelation humaine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0464B0F-F11C-4BA9-BB45-4F5FA98C1EB2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15211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83ECF763-22E7-48A0-9CE9-AE36FCE0B1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1B2E"/>
          </a:solidFill>
          <a:ln w="0">
            <a:solidFill>
              <a:srgbClr val="131B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E1815A-9A12-40F7-80B3-66EAAF3443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476D6A-AFC9-4B3E-B624-9D25347A3214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062E47-8EA2-4D47-A7D2-769A5D8C845C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0858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Architecture globale du systeme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685B3D-08D1-495A-9C9E-98D3D6355C75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028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pipeline suit une logique simple : comprendre le texte, localiser le produit, analyser sa qualite, puis expliquer le resultat.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231184-5A36-4AA2-86C9-FABC486C455E}"/>
              </a:ext>
            </a:extLst>
          </p:cNvPr>
          <p:cNvSpPr>
            <a:spLocks noGrp="1"/>
          </p:cNvSpPr>
          <p:nvPr/>
        </p:nvSpPr>
        <p:spPr>
          <a:xfrm>
            <a:off x="457200" y="2381250"/>
            <a:ext cx="1714500" cy="1381125"/>
          </a:xfrm>
          <a:prstGeom prst="rect">
            <a:avLst/>
          </a:prstGeom>
          <a:solidFill>
            <a:srgbClr val="18233A"/>
          </a:solidFill>
          <a:ln w="9525">
            <a:solidFill>
              <a:srgbClr val="2C3B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8545D2-41B0-4305-B9D1-A20CE7B95C04}"/>
              </a:ext>
            </a:extLst>
          </p:cNvPr>
          <p:cNvSpPr>
            <a:spLocks noGrp="1"/>
          </p:cNvSpPr>
          <p:nvPr/>
        </p:nvSpPr>
        <p:spPr>
          <a:xfrm>
            <a:off x="590550" y="2514600"/>
            <a:ext cx="1447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Entree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08E3A7-C282-4318-976A-9376E330249C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1409700" cy="847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Image produit</a:t>
            </a:r>
          </a:p>
          <a:p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+</a:t>
            </a:r>
          </a:p>
          <a:p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Titre + description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461A32-AB98-41FE-AA88-57C4D4E4AD85}"/>
              </a:ext>
            </a:extLst>
          </p:cNvPr>
          <p:cNvSpPr>
            <a:spLocks noGrp="1"/>
          </p:cNvSpPr>
          <p:nvPr/>
        </p:nvSpPr>
        <p:spPr>
          <a:xfrm>
            <a:off x="2647950" y="2381250"/>
            <a:ext cx="1809750" cy="1381125"/>
          </a:xfrm>
          <a:prstGeom prst="rect">
            <a:avLst/>
          </a:prstGeom>
          <a:solidFill>
            <a:srgbClr val="18233A"/>
          </a:solidFill>
          <a:ln w="9525">
            <a:solidFill>
              <a:srgbClr val="2C3B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E8CAF3-C627-4EB6-9795-910C46E28150}"/>
              </a:ext>
            </a:extLst>
          </p:cNvPr>
          <p:cNvSpPr>
            <a:spLocks noGrp="1"/>
          </p:cNvSpPr>
          <p:nvPr/>
        </p:nvSpPr>
        <p:spPr>
          <a:xfrm>
            <a:off x="2781300" y="251460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Text Processor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10B240-495E-4092-ABF3-7D40BF3037D9}"/>
              </a:ext>
            </a:extLst>
          </p:cNvPr>
          <p:cNvSpPr>
            <a:spLocks noGrp="1"/>
          </p:cNvSpPr>
          <p:nvPr/>
        </p:nvSpPr>
        <p:spPr>
          <a:xfrm>
            <a:off x="2800350" y="2800350"/>
            <a:ext cx="1504950" cy="847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Nettoyage</a:t>
            </a:r>
          </a:p>
          <a:p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Extraction couleur / categorie / marque</a:t>
            </a:r>
          </a:p>
          <a:p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Embedding CLIP texte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F1B13A-87C2-4280-A9C2-500A88F15E03}"/>
              </a:ext>
            </a:extLst>
          </p:cNvPr>
          <p:cNvSpPr>
            <a:spLocks noGrp="1"/>
          </p:cNvSpPr>
          <p:nvPr/>
        </p:nvSpPr>
        <p:spPr>
          <a:xfrm>
            <a:off x="4933950" y="2381250"/>
            <a:ext cx="1809750" cy="1381125"/>
          </a:xfrm>
          <a:prstGeom prst="rect">
            <a:avLst/>
          </a:prstGeom>
          <a:solidFill>
            <a:srgbClr val="18233A"/>
          </a:solidFill>
          <a:ln w="9525">
            <a:solidFill>
              <a:srgbClr val="2C3B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9D0C35-6965-4609-963A-A56A1A71D0E2}"/>
              </a:ext>
            </a:extLst>
          </p:cNvPr>
          <p:cNvSpPr>
            <a:spLocks noGrp="1"/>
          </p:cNvSpPr>
          <p:nvPr/>
        </p:nvSpPr>
        <p:spPr>
          <a:xfrm>
            <a:off x="5067300" y="251460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Region Generator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241C3A-07C7-42C4-B67F-44D9526A16CD}"/>
              </a:ext>
            </a:extLst>
          </p:cNvPr>
          <p:cNvSpPr>
            <a:spLocks noGrp="1"/>
          </p:cNvSpPr>
          <p:nvPr/>
        </p:nvSpPr>
        <p:spPr>
          <a:xfrm>
            <a:off x="5086350" y="2800350"/>
            <a:ext cx="1504950" cy="847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Saliency OpenCV</a:t>
            </a:r>
          </a:p>
          <a:p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Contours fallback</a:t>
            </a:r>
          </a:p>
          <a:p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Maximum 5 regions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528953-9A2D-41F5-99CE-548C49C4CDE8}"/>
              </a:ext>
            </a:extLst>
          </p:cNvPr>
          <p:cNvSpPr>
            <a:spLocks noGrp="1"/>
          </p:cNvSpPr>
          <p:nvPr/>
        </p:nvSpPr>
        <p:spPr>
          <a:xfrm>
            <a:off x="7219950" y="2381250"/>
            <a:ext cx="1809750" cy="1381125"/>
          </a:xfrm>
          <a:prstGeom prst="rect">
            <a:avLst/>
          </a:prstGeom>
          <a:solidFill>
            <a:srgbClr val="18233A"/>
          </a:solidFill>
          <a:ln w="9525">
            <a:solidFill>
              <a:srgbClr val="2C3B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D9804D-7E51-465A-9AF6-3C1DE541ADFD}"/>
              </a:ext>
            </a:extLst>
          </p:cNvPr>
          <p:cNvSpPr>
            <a:spLocks noGrp="1"/>
          </p:cNvSpPr>
          <p:nvPr/>
        </p:nvSpPr>
        <p:spPr>
          <a:xfrm>
            <a:off x="7353300" y="251460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Selector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127E67-5A4B-44B9-AF95-111A2928D672}"/>
              </a:ext>
            </a:extLst>
          </p:cNvPr>
          <p:cNvSpPr>
            <a:spLocks noGrp="1"/>
          </p:cNvSpPr>
          <p:nvPr/>
        </p:nvSpPr>
        <p:spPr>
          <a:xfrm>
            <a:off x="7372350" y="2800350"/>
            <a:ext cx="1504950" cy="847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CLIP image/texte</a:t>
            </a:r>
          </a:p>
          <a:p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Score visuel</a:t>
            </a:r>
          </a:p>
          <a:p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Coherence categorie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E0FBAE-8DDD-45A3-89F6-B3DF2116F416}"/>
              </a:ext>
            </a:extLst>
          </p:cNvPr>
          <p:cNvSpPr>
            <a:spLocks noGrp="1"/>
          </p:cNvSpPr>
          <p:nvPr/>
        </p:nvSpPr>
        <p:spPr>
          <a:xfrm>
            <a:off x="9505950" y="2381250"/>
            <a:ext cx="1809750" cy="1381125"/>
          </a:xfrm>
          <a:prstGeom prst="rect">
            <a:avLst/>
          </a:prstGeom>
          <a:solidFill>
            <a:srgbClr val="18233A"/>
          </a:solidFill>
          <a:ln w="9525">
            <a:solidFill>
              <a:srgbClr val="2C3B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2D6F81-B462-4249-A62C-6BA3C5AA629B}"/>
              </a:ext>
            </a:extLst>
          </p:cNvPr>
          <p:cNvSpPr>
            <a:spLocks noGrp="1"/>
          </p:cNvSpPr>
          <p:nvPr/>
        </p:nvSpPr>
        <p:spPr>
          <a:xfrm>
            <a:off x="9639300" y="251460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Analyzer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863A3C-215D-4579-BC80-7920CCE00F19}"/>
              </a:ext>
            </a:extLst>
          </p:cNvPr>
          <p:cNvSpPr>
            <a:spLocks noGrp="1"/>
          </p:cNvSpPr>
          <p:nvPr/>
        </p:nvSpPr>
        <p:spPr>
          <a:xfrm>
            <a:off x="9658350" y="2800350"/>
            <a:ext cx="1504950" cy="847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Nettete</a:t>
            </a:r>
          </a:p>
          <a:p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Exposition</a:t>
            </a:r>
          </a:p>
          <a:p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Contraste</a:t>
            </a:r>
          </a:p>
          <a:p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Resolution</a:t>
            </a:r>
          </a:p>
          <a:p>
            <a:pPr algn="ctr">
              <a:defRPr sz="9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Coherence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0F8955-6059-4A35-90FF-7C0A2DB09400}"/>
              </a:ext>
            </a:extLst>
          </p:cNvPr>
          <p:cNvSpPr>
            <a:spLocks noGrp="1"/>
          </p:cNvSpPr>
          <p:nvPr/>
        </p:nvSpPr>
        <p:spPr>
          <a:xfrm>
            <a:off x="2171700" y="3057525"/>
            <a:ext cx="476250" cy="190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53F98A34-5E79-42D4-A629-4B9EFA1AB414}"/>
              </a:ext>
            </a:extLst>
          </p:cNvPr>
          <p:cNvSpPr>
            <a:spLocks noGrp="1"/>
          </p:cNvSpPr>
          <p:nvPr/>
        </p:nvSpPr>
        <p:spPr>
          <a:xfrm>
            <a:off x="2571750" y="3009900"/>
            <a:ext cx="133350" cy="133350"/>
          </a:xfrm>
          <a:prstGeom prst="chevron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133DA0-5950-4F4D-B840-469F517C03E8}"/>
              </a:ext>
            </a:extLst>
          </p:cNvPr>
          <p:cNvSpPr>
            <a:spLocks noGrp="1"/>
          </p:cNvSpPr>
          <p:nvPr/>
        </p:nvSpPr>
        <p:spPr>
          <a:xfrm>
            <a:off x="4457700" y="3057525"/>
            <a:ext cx="476250" cy="190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79FFCC05-8445-45C3-9443-B57B778A201A}"/>
              </a:ext>
            </a:extLst>
          </p:cNvPr>
          <p:cNvSpPr>
            <a:spLocks noGrp="1"/>
          </p:cNvSpPr>
          <p:nvPr/>
        </p:nvSpPr>
        <p:spPr>
          <a:xfrm>
            <a:off x="4857750" y="3009900"/>
            <a:ext cx="133350" cy="133350"/>
          </a:xfrm>
          <a:prstGeom prst="chevron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DB7FCE-511C-49B0-B469-0FF23115346A}"/>
              </a:ext>
            </a:extLst>
          </p:cNvPr>
          <p:cNvSpPr>
            <a:spLocks noGrp="1"/>
          </p:cNvSpPr>
          <p:nvPr/>
        </p:nvSpPr>
        <p:spPr>
          <a:xfrm>
            <a:off x="6743700" y="3057525"/>
            <a:ext cx="476250" cy="190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7DAE8F9D-D6E3-4C78-9062-0AF29E46B623}"/>
              </a:ext>
            </a:extLst>
          </p:cNvPr>
          <p:cNvSpPr>
            <a:spLocks noGrp="1"/>
          </p:cNvSpPr>
          <p:nvPr/>
        </p:nvSpPr>
        <p:spPr>
          <a:xfrm>
            <a:off x="7143750" y="3009900"/>
            <a:ext cx="133350" cy="133350"/>
          </a:xfrm>
          <a:prstGeom prst="chevron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61B47F8-53D2-4FCD-8E15-9D6D6946C94E}"/>
              </a:ext>
            </a:extLst>
          </p:cNvPr>
          <p:cNvSpPr>
            <a:spLocks noGrp="1"/>
          </p:cNvSpPr>
          <p:nvPr/>
        </p:nvSpPr>
        <p:spPr>
          <a:xfrm>
            <a:off x="9029700" y="3057525"/>
            <a:ext cx="476250" cy="190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Arrow: Chevron 27">
            <a:extLst>
              <a:ext uri="{FF2B5EF4-FFF2-40B4-BE49-F238E27FC236}">
                <a16:creationId xmlns:a16="http://schemas.microsoft.com/office/drawing/2014/main" id="{104051D4-54C9-4ECE-A035-64E6BA3255BC}"/>
              </a:ext>
            </a:extLst>
          </p:cNvPr>
          <p:cNvSpPr>
            <a:spLocks noGrp="1"/>
          </p:cNvSpPr>
          <p:nvPr/>
        </p:nvSpPr>
        <p:spPr>
          <a:xfrm>
            <a:off x="9429750" y="3009900"/>
            <a:ext cx="133350" cy="133350"/>
          </a:xfrm>
          <a:prstGeom prst="chevron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41CE4B-C63D-4D0F-BD68-1D99D778565A}"/>
              </a:ext>
            </a:extLst>
          </p:cNvPr>
          <p:cNvSpPr>
            <a:spLocks noGrp="1"/>
          </p:cNvSpPr>
          <p:nvPr/>
        </p:nvSpPr>
        <p:spPr>
          <a:xfrm>
            <a:off x="1333500" y="4343400"/>
            <a:ext cx="952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Sorties finales : crop selectionne, score global, sous-scores explicables, recommandations FR / Darija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C44A791-726E-4D09-BC80-164EA8BFD82A}"/>
              </a:ext>
            </a:extLst>
          </p:cNvPr>
          <p:cNvSpPr>
            <a:spLocks noGrp="1"/>
          </p:cNvSpPr>
          <p:nvPr/>
        </p:nvSpPr>
        <p:spPr>
          <a:xfrm>
            <a:off x="438150" y="6496050"/>
            <a:ext cx="3810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PFE Zero-Shot | Soutenance detaillee | 08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2F16094-AC1F-4AFD-8B9A-51D6FBAECA7A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28669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C47464B0-1A16-4AE5-B5DB-D23CF1B47D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 w="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F380BF-1D39-47CF-9A8E-BEDE644AED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BB46BF-446C-40E4-9973-389A3C1600F4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962A17-E16E-4631-BF9E-B5CA02CB32B6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0858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Pipeline detaille et circulation de l'information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27C460-AD6C-4284-AD9C-80BB2A6EB6DD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028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Chaque bloc repond a une question precise : de quoi parle l'annonce, ou est le produit, et la photo est-elle de bonne qualite 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17BA2D-B012-41D4-9216-545F96C2C43B}"/>
              </a:ext>
            </a:extLst>
          </p:cNvPr>
          <p:cNvSpPr>
            <a:spLocks noGrp="1"/>
          </p:cNvSpPr>
          <p:nvPr/>
        </p:nvSpPr>
        <p:spPr>
          <a:xfrm>
            <a:off x="533400" y="2000250"/>
            <a:ext cx="3429000" cy="24765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F34D5F-D424-401C-B73A-E64A89D60AC0}"/>
              </a:ext>
            </a:extLst>
          </p:cNvPr>
          <p:cNvSpPr>
            <a:spLocks noGrp="1"/>
          </p:cNvSpPr>
          <p:nvPr/>
        </p:nvSpPr>
        <p:spPr>
          <a:xfrm>
            <a:off x="704850" y="215265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1. Comprendre l'annonce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352BD5-D762-44CE-87E7-96DA0FA212C6}"/>
              </a:ext>
            </a:extLst>
          </p:cNvPr>
          <p:cNvSpPr>
            <a:spLocks noGrp="1"/>
          </p:cNvSpPr>
          <p:nvPr/>
        </p:nvSpPr>
        <p:spPr>
          <a:xfrm>
            <a:off x="704850" y="259080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60CFCD-50B3-4C9C-A0DD-7A77F13B6018}"/>
              </a:ext>
            </a:extLst>
          </p:cNvPr>
          <p:cNvSpPr>
            <a:spLocks noGrp="1"/>
          </p:cNvSpPr>
          <p:nvPr/>
        </p:nvSpPr>
        <p:spPr>
          <a:xfrm>
            <a:off x="876300" y="253365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texte est nettoye et normalise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A2FB24-A230-43EA-A3BD-5C3C7343228C}"/>
              </a:ext>
            </a:extLst>
          </p:cNvPr>
          <p:cNvSpPr>
            <a:spLocks noGrp="1"/>
          </p:cNvSpPr>
          <p:nvPr/>
        </p:nvSpPr>
        <p:spPr>
          <a:xfrm>
            <a:off x="704850" y="2985316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526367-9281-480B-B0FB-3C0255CD3751}"/>
              </a:ext>
            </a:extLst>
          </p:cNvPr>
          <p:cNvSpPr>
            <a:spLocks noGrp="1"/>
          </p:cNvSpPr>
          <p:nvPr/>
        </p:nvSpPr>
        <p:spPr>
          <a:xfrm>
            <a:off x="876300" y="2928166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Extraction de couleur, categorie et marque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70817C-6DD1-49FE-B45B-64486F04D67A}"/>
              </a:ext>
            </a:extLst>
          </p:cNvPr>
          <p:cNvSpPr>
            <a:spLocks noGrp="1"/>
          </p:cNvSpPr>
          <p:nvPr/>
        </p:nvSpPr>
        <p:spPr>
          <a:xfrm>
            <a:off x="704850" y="3379832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1A5167-C52B-4062-BE64-18CEE708E499}"/>
              </a:ext>
            </a:extLst>
          </p:cNvPr>
          <p:cNvSpPr>
            <a:spLocks noGrp="1"/>
          </p:cNvSpPr>
          <p:nvPr/>
        </p:nvSpPr>
        <p:spPr>
          <a:xfrm>
            <a:off x="876300" y="3322682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Creation d'un embedding texte reutilisable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78A032-2006-4083-8BD8-1960B9A48B9F}"/>
              </a:ext>
            </a:extLst>
          </p:cNvPr>
          <p:cNvSpPr>
            <a:spLocks noGrp="1"/>
          </p:cNvSpPr>
          <p:nvPr/>
        </p:nvSpPr>
        <p:spPr>
          <a:xfrm>
            <a:off x="4381500" y="2000250"/>
            <a:ext cx="3429000" cy="24765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506918-28C5-4891-927C-136DED1B1CFB}"/>
              </a:ext>
            </a:extLst>
          </p:cNvPr>
          <p:cNvSpPr>
            <a:spLocks noGrp="1"/>
          </p:cNvSpPr>
          <p:nvPr/>
        </p:nvSpPr>
        <p:spPr>
          <a:xfrm>
            <a:off x="4552950" y="215265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2. Proposer des zones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6DE22A-2613-4853-9F61-D25BA0A7AE41}"/>
              </a:ext>
            </a:extLst>
          </p:cNvPr>
          <p:cNvSpPr>
            <a:spLocks noGrp="1"/>
          </p:cNvSpPr>
          <p:nvPr/>
        </p:nvSpPr>
        <p:spPr>
          <a:xfrm>
            <a:off x="4552950" y="259080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08A882-9BCB-4B2C-AA85-99E5BDD01411}"/>
              </a:ext>
            </a:extLst>
          </p:cNvPr>
          <p:cNvSpPr>
            <a:spLocks noGrp="1"/>
          </p:cNvSpPr>
          <p:nvPr/>
        </p:nvSpPr>
        <p:spPr>
          <a:xfrm>
            <a:off x="4724400" y="253365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systeme propose plusieurs regions candidates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5B27FA-055E-4CB7-B8E2-C8AB628EFDCA}"/>
              </a:ext>
            </a:extLst>
          </p:cNvPr>
          <p:cNvSpPr>
            <a:spLocks noGrp="1"/>
          </p:cNvSpPr>
          <p:nvPr/>
        </p:nvSpPr>
        <p:spPr>
          <a:xfrm>
            <a:off x="4552950" y="2985316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8C37D9-14B1-47C4-AE13-05D139EB8154}"/>
              </a:ext>
            </a:extLst>
          </p:cNvPr>
          <p:cNvSpPr>
            <a:spLocks noGrp="1"/>
          </p:cNvSpPr>
          <p:nvPr/>
        </p:nvSpPr>
        <p:spPr>
          <a:xfrm>
            <a:off x="4724400" y="2928166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Pas de detection supervisee imposee par defaut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334179-2ABF-4E99-B8F7-1AD481CABB17}"/>
              </a:ext>
            </a:extLst>
          </p:cNvPr>
          <p:cNvSpPr>
            <a:spLocks noGrp="1"/>
          </p:cNvSpPr>
          <p:nvPr/>
        </p:nvSpPr>
        <p:spPr>
          <a:xfrm>
            <a:off x="4552950" y="3379832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6B7DC3-0ADD-45E3-9024-71942A08E372}"/>
              </a:ext>
            </a:extLst>
          </p:cNvPr>
          <p:cNvSpPr>
            <a:spLocks noGrp="1"/>
          </p:cNvSpPr>
          <p:nvPr/>
        </p:nvSpPr>
        <p:spPr>
          <a:xfrm>
            <a:off x="4724400" y="3322682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Seulement 5 regions max pour maitriser le cout CLIP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C39051-1BCD-49AF-9594-E78B2F03CA98}"/>
              </a:ext>
            </a:extLst>
          </p:cNvPr>
          <p:cNvSpPr>
            <a:spLocks noGrp="1"/>
          </p:cNvSpPr>
          <p:nvPr/>
        </p:nvSpPr>
        <p:spPr>
          <a:xfrm>
            <a:off x="8229600" y="2000250"/>
            <a:ext cx="3429000" cy="24765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B15D15D-303C-4062-ABB0-6380EFAD081C}"/>
              </a:ext>
            </a:extLst>
          </p:cNvPr>
          <p:cNvSpPr>
            <a:spLocks noGrp="1"/>
          </p:cNvSpPr>
          <p:nvPr/>
        </p:nvSpPr>
        <p:spPr>
          <a:xfrm>
            <a:off x="8401050" y="215265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3. Analyser le bon crop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EC41DF-09A8-48A9-AF5D-96BA8AD49B73}"/>
              </a:ext>
            </a:extLst>
          </p:cNvPr>
          <p:cNvSpPr>
            <a:spLocks noGrp="1"/>
          </p:cNvSpPr>
          <p:nvPr/>
        </p:nvSpPr>
        <p:spPr>
          <a:xfrm>
            <a:off x="8401050" y="259080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D0C763-093D-4B38-BFBE-D3A447540C53}"/>
              </a:ext>
            </a:extLst>
          </p:cNvPr>
          <p:cNvSpPr>
            <a:spLocks noGrp="1"/>
          </p:cNvSpPr>
          <p:nvPr/>
        </p:nvSpPr>
        <p:spPr>
          <a:xfrm>
            <a:off x="8572500" y="253365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selector choisit la region la plus coherente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1D066A-97D3-43CB-BD41-2533A673FF95}"/>
              </a:ext>
            </a:extLst>
          </p:cNvPr>
          <p:cNvSpPr>
            <a:spLocks noGrp="1"/>
          </p:cNvSpPr>
          <p:nvPr/>
        </p:nvSpPr>
        <p:spPr>
          <a:xfrm>
            <a:off x="8401050" y="2985316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921DAD-4DA9-4066-8CF2-E7D5203B0031}"/>
              </a:ext>
            </a:extLst>
          </p:cNvPr>
          <p:cNvSpPr>
            <a:spLocks noGrp="1"/>
          </p:cNvSpPr>
          <p:nvPr/>
        </p:nvSpPr>
        <p:spPr>
          <a:xfrm>
            <a:off x="8572500" y="2928166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L'analyzer note la qualite visuelle du crop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54C472-C323-45D9-9CDB-3DAF9A69CB6D}"/>
              </a:ext>
            </a:extLst>
          </p:cNvPr>
          <p:cNvSpPr>
            <a:spLocks noGrp="1"/>
          </p:cNvSpPr>
          <p:nvPr/>
        </p:nvSpPr>
        <p:spPr>
          <a:xfrm>
            <a:off x="8401050" y="3379832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076BD7-6C0F-43E1-A684-EEC1DDB845CD}"/>
              </a:ext>
            </a:extLst>
          </p:cNvPr>
          <p:cNvSpPr>
            <a:spLocks noGrp="1"/>
          </p:cNvSpPr>
          <p:nvPr/>
        </p:nvSpPr>
        <p:spPr>
          <a:xfrm>
            <a:off x="8572500" y="3322682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score final est justifie par criteres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EA903C-6FE7-40BA-888F-E0969F36244A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0E84FB-B645-4882-81EA-C9ED18532CFF}"/>
              </a:ext>
            </a:extLst>
          </p:cNvPr>
          <p:cNvSpPr>
            <a:spLocks noGrp="1"/>
          </p:cNvSpPr>
          <p:nvPr/>
        </p:nvSpPr>
        <p:spPr>
          <a:xfrm>
            <a:off x="857250" y="4762500"/>
            <a:ext cx="10496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texte intervient deux fois : selection du produit et verification de coherence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AF60B3-F5B5-4200-B2D6-6E9C6A21C731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B5E2CD4-2790-4AD8-95D1-301834F20641}"/>
              </a:ext>
            </a:extLst>
          </p:cNvPr>
          <p:cNvSpPr>
            <a:spLocks noGrp="1"/>
          </p:cNvSpPr>
          <p:nvPr/>
        </p:nvSpPr>
        <p:spPr>
          <a:xfrm>
            <a:off x="857250" y="5048250"/>
            <a:ext cx="10496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crop selectionne est central pour rendre l'IA compréhensible a l'utilisateur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0C57DD-FE94-47EF-8925-5C5D680615CC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0643CB-9B1B-440A-9134-3F58AD306618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10496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scoring global n'est jamais une boite noire pure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95DEDD8-85B0-4B3F-9E23-F9B44C36F751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05850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B3E7F055-B2E3-4000-B2B3-3C17E296E5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1B2E"/>
          </a:solidFill>
          <a:ln w="0">
            <a:solidFill>
              <a:srgbClr val="131B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6284D4-E538-477F-9545-A2CA035F4B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28F23E-652E-4295-9EE5-8A918313E70A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MODULE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CE801E-C704-46F5-B408-27E62615CE82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0858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Text Processor : transformer le texte en signal exploitable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243A86-B438-4983-BCBA-B5A80FE8A3DA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028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Cette brique donne au systeme sa source de verite principale.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57C447-5F4F-45E9-A61A-84AF08A4677E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3619500" cy="22860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BA9574-CA14-45E1-A69F-3BCB53F89C12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Entree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0A668E-3FBC-44DA-9133-6D262F66C9EE}"/>
              </a:ext>
            </a:extLst>
          </p:cNvPr>
          <p:cNvSpPr>
            <a:spLocks noGrp="1"/>
          </p:cNvSpPr>
          <p:nvPr/>
        </p:nvSpPr>
        <p:spPr>
          <a:xfrm>
            <a:off x="7048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226845-F65A-42CA-B2A2-73C43D4917ED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3105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Titre du produit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C5AE3B-BBAA-41ED-A828-25D15C63B6A9}"/>
              </a:ext>
            </a:extLst>
          </p:cNvPr>
          <p:cNvSpPr>
            <a:spLocks noGrp="1"/>
          </p:cNvSpPr>
          <p:nvPr/>
        </p:nvSpPr>
        <p:spPr>
          <a:xfrm>
            <a:off x="70485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555B8E-2DF6-4992-976C-C38AE10469B4}"/>
              </a:ext>
            </a:extLst>
          </p:cNvPr>
          <p:cNvSpPr>
            <a:spLocks noGrp="1"/>
          </p:cNvSpPr>
          <p:nvPr/>
        </p:nvSpPr>
        <p:spPr>
          <a:xfrm>
            <a:off x="876300" y="2895600"/>
            <a:ext cx="3105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Description de l'annonce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06737A-22EC-4A69-B39A-BD607E2EE563}"/>
              </a:ext>
            </a:extLst>
          </p:cNvPr>
          <p:cNvSpPr>
            <a:spLocks noGrp="1"/>
          </p:cNvSpPr>
          <p:nvPr/>
        </p:nvSpPr>
        <p:spPr>
          <a:xfrm>
            <a:off x="704850" y="32194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D6D79C-390B-4B22-BB71-11718BF511B2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3105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Texte libre fourni par le vendeur ou le dataset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29BDE4-6456-4A18-A0F3-31DAC8E2F116}"/>
              </a:ext>
            </a:extLst>
          </p:cNvPr>
          <p:cNvSpPr>
            <a:spLocks noGrp="1"/>
          </p:cNvSpPr>
          <p:nvPr/>
        </p:nvSpPr>
        <p:spPr>
          <a:xfrm>
            <a:off x="4286250" y="2095500"/>
            <a:ext cx="3619500" cy="22860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D99F9A-74E7-4FDC-9897-EEC9E66EE340}"/>
              </a:ext>
            </a:extLst>
          </p:cNvPr>
          <p:cNvSpPr>
            <a:spLocks noGrp="1"/>
          </p:cNvSpPr>
          <p:nvPr/>
        </p:nvSpPr>
        <p:spPr>
          <a:xfrm>
            <a:off x="4457700" y="224790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Traitements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0B1FF2-0A90-4B5D-B9F8-F5176EF6B8FF}"/>
              </a:ext>
            </a:extLst>
          </p:cNvPr>
          <p:cNvSpPr>
            <a:spLocks noGrp="1"/>
          </p:cNvSpPr>
          <p:nvPr/>
        </p:nvSpPr>
        <p:spPr>
          <a:xfrm>
            <a:off x="445770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4290F3-F2AE-4130-B171-0A8E2D7D8817}"/>
              </a:ext>
            </a:extLst>
          </p:cNvPr>
          <p:cNvSpPr>
            <a:spLocks noGrp="1"/>
          </p:cNvSpPr>
          <p:nvPr/>
        </p:nvSpPr>
        <p:spPr>
          <a:xfrm>
            <a:off x="4629150" y="2628900"/>
            <a:ext cx="3105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Normalisation du texte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2E2E25-BF23-420D-8E9B-7F9CAAAD2263}"/>
              </a:ext>
            </a:extLst>
          </p:cNvPr>
          <p:cNvSpPr>
            <a:spLocks noGrp="1"/>
          </p:cNvSpPr>
          <p:nvPr/>
        </p:nvSpPr>
        <p:spPr>
          <a:xfrm>
            <a:off x="445770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884EA8-A998-424A-94E1-21A0AF4478D3}"/>
              </a:ext>
            </a:extLst>
          </p:cNvPr>
          <p:cNvSpPr>
            <a:spLocks noGrp="1"/>
          </p:cNvSpPr>
          <p:nvPr/>
        </p:nvSpPr>
        <p:spPr>
          <a:xfrm>
            <a:off x="4629150" y="2895600"/>
            <a:ext cx="3105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spaCy fr_core_news_md si disponible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F0EC00-E3CF-46A4-8D29-1EF320A40C31}"/>
              </a:ext>
            </a:extLst>
          </p:cNvPr>
          <p:cNvSpPr>
            <a:spLocks noGrp="1"/>
          </p:cNvSpPr>
          <p:nvPr/>
        </p:nvSpPr>
        <p:spPr>
          <a:xfrm>
            <a:off x="4457700" y="32194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C2107B-3772-4B06-9AAB-37599BE277E7}"/>
              </a:ext>
            </a:extLst>
          </p:cNvPr>
          <p:cNvSpPr>
            <a:spLocks noGrp="1"/>
          </p:cNvSpPr>
          <p:nvPr/>
        </p:nvSpPr>
        <p:spPr>
          <a:xfrm>
            <a:off x="4629150" y="3162300"/>
            <a:ext cx="3105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rapidfuzz + dictionnaires pour couleur / categorie / marque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7853AC-854A-4633-8D1A-5263D6EA6D3D}"/>
              </a:ext>
            </a:extLst>
          </p:cNvPr>
          <p:cNvSpPr>
            <a:spLocks noGrp="1"/>
          </p:cNvSpPr>
          <p:nvPr/>
        </p:nvSpPr>
        <p:spPr>
          <a:xfrm>
            <a:off x="4457700" y="3594302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D5CF41-F739-4475-8471-7FD1F2B37E0D}"/>
              </a:ext>
            </a:extLst>
          </p:cNvPr>
          <p:cNvSpPr>
            <a:spLocks noGrp="1"/>
          </p:cNvSpPr>
          <p:nvPr/>
        </p:nvSpPr>
        <p:spPr>
          <a:xfrm>
            <a:off x="4629150" y="3537152"/>
            <a:ext cx="3105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Embedding CLIP multilingue texte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3920368-ACE0-46BA-AA94-F9F7630B37A9}"/>
              </a:ext>
            </a:extLst>
          </p:cNvPr>
          <p:cNvSpPr>
            <a:spLocks noGrp="1"/>
          </p:cNvSpPr>
          <p:nvPr/>
        </p:nvSpPr>
        <p:spPr>
          <a:xfrm>
            <a:off x="8039100" y="2095500"/>
            <a:ext cx="3619500" cy="22860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3A3D5E-FB21-4D62-9345-941797E279A8}"/>
              </a:ext>
            </a:extLst>
          </p:cNvPr>
          <p:cNvSpPr>
            <a:spLocks noGrp="1"/>
          </p:cNvSpPr>
          <p:nvPr/>
        </p:nvSpPr>
        <p:spPr>
          <a:xfrm>
            <a:off x="8210550" y="224790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Sortie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E702C0-400A-4E1A-9B69-AE65270ECFEF}"/>
              </a:ext>
            </a:extLst>
          </p:cNvPr>
          <p:cNvSpPr>
            <a:spLocks noGrp="1"/>
          </p:cNvSpPr>
          <p:nvPr/>
        </p:nvSpPr>
        <p:spPr>
          <a:xfrm>
            <a:off x="82105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9A459E-0B71-4484-A3A4-99D446D009FA}"/>
              </a:ext>
            </a:extLst>
          </p:cNvPr>
          <p:cNvSpPr>
            <a:spLocks noGrp="1"/>
          </p:cNvSpPr>
          <p:nvPr/>
        </p:nvSpPr>
        <p:spPr>
          <a:xfrm>
            <a:off x="8382000" y="2628900"/>
            <a:ext cx="3105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clean_text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9D5D75-6158-403D-869E-F848307CB77F}"/>
              </a:ext>
            </a:extLst>
          </p:cNvPr>
          <p:cNvSpPr>
            <a:spLocks noGrp="1"/>
          </p:cNvSpPr>
          <p:nvPr/>
        </p:nvSpPr>
        <p:spPr>
          <a:xfrm>
            <a:off x="821055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1A9F09-5DA3-40D2-8BBE-C6BA61ED9CAC}"/>
              </a:ext>
            </a:extLst>
          </p:cNvPr>
          <p:cNvSpPr>
            <a:spLocks noGrp="1"/>
          </p:cNvSpPr>
          <p:nvPr/>
        </p:nvSpPr>
        <p:spPr>
          <a:xfrm>
            <a:off x="8382000" y="2895600"/>
            <a:ext cx="3105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color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4FC0CD8-3736-49FB-B0B6-2ECE1F64730D}"/>
              </a:ext>
            </a:extLst>
          </p:cNvPr>
          <p:cNvSpPr>
            <a:spLocks noGrp="1"/>
          </p:cNvSpPr>
          <p:nvPr/>
        </p:nvSpPr>
        <p:spPr>
          <a:xfrm>
            <a:off x="8210550" y="32194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6D45B9-2C23-4AA5-8319-C00AB931773B}"/>
              </a:ext>
            </a:extLst>
          </p:cNvPr>
          <p:cNvSpPr>
            <a:spLocks noGrp="1"/>
          </p:cNvSpPr>
          <p:nvPr/>
        </p:nvSpPr>
        <p:spPr>
          <a:xfrm>
            <a:off x="8382000" y="3162300"/>
            <a:ext cx="3105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A254801-302C-4D03-B985-C21B80DFCE85}"/>
              </a:ext>
            </a:extLst>
          </p:cNvPr>
          <p:cNvSpPr>
            <a:spLocks noGrp="1"/>
          </p:cNvSpPr>
          <p:nvPr/>
        </p:nvSpPr>
        <p:spPr>
          <a:xfrm>
            <a:off x="8210550" y="34861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1A7324C-442E-4643-B8EC-80E36C462501}"/>
              </a:ext>
            </a:extLst>
          </p:cNvPr>
          <p:cNvSpPr>
            <a:spLocks noGrp="1"/>
          </p:cNvSpPr>
          <p:nvPr/>
        </p:nvSpPr>
        <p:spPr>
          <a:xfrm>
            <a:off x="8382000" y="3429000"/>
            <a:ext cx="3105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brand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28C0701-BE2C-42A0-9A9D-DF5D6227C19E}"/>
              </a:ext>
            </a:extLst>
          </p:cNvPr>
          <p:cNvSpPr>
            <a:spLocks noGrp="1"/>
          </p:cNvSpPr>
          <p:nvPr/>
        </p:nvSpPr>
        <p:spPr>
          <a:xfrm>
            <a:off x="8210550" y="37528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00E93A-1C2E-416C-84F8-9C3E55A5A03F}"/>
              </a:ext>
            </a:extLst>
          </p:cNvPr>
          <p:cNvSpPr>
            <a:spLocks noGrp="1"/>
          </p:cNvSpPr>
          <p:nvPr/>
        </p:nvSpPr>
        <p:spPr>
          <a:xfrm>
            <a:off x="8382000" y="3695700"/>
            <a:ext cx="3105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text_embedding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33807F4-B67A-4102-8FFC-80A7AC678196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03793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4D4256C-25A0-4AB8-BE5B-694179451E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 w="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62EDB0-7D5F-4EBC-A404-1AA13788CA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836A98-0B14-4D0D-BEAF-6CF74980A75D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MODULE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5804C8-C6D0-4D3C-8E87-7965BFEECF99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0858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Candidate Region Generator : proposer des zones sans detection supervisee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0A7CC6-A6A9-4D9E-B98A-F7290037A02D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028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projet ne suppose pas un detecteur entraine sur classes produit.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C3702-1EFA-4181-A2BC-3F3DF08DBB17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5334000" cy="23812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1595F6-2699-42FC-87FC-39FB5EA3B05A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4991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Strategie par defaut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8753F1-FE75-4AEA-B315-3F2306F7FF04}"/>
              </a:ext>
            </a:extLst>
          </p:cNvPr>
          <p:cNvSpPr>
            <a:spLocks noGrp="1"/>
          </p:cNvSpPr>
          <p:nvPr/>
        </p:nvSpPr>
        <p:spPr>
          <a:xfrm>
            <a:off x="7048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EE5E23-82B7-49D1-BCC1-ED7AC571C2A8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481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Saliency OpenCV si le module est disponible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D5638D-DEA9-4F10-8161-7A2AB1019878}"/>
              </a:ext>
            </a:extLst>
          </p:cNvPr>
          <p:cNvSpPr>
            <a:spLocks noGrp="1"/>
          </p:cNvSpPr>
          <p:nvPr/>
        </p:nvSpPr>
        <p:spPr>
          <a:xfrm>
            <a:off x="70485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08E4FE-DF8D-4F38-84A7-F48D7460D598}"/>
              </a:ext>
            </a:extLst>
          </p:cNvPr>
          <p:cNvSpPr>
            <a:spLocks noGrp="1"/>
          </p:cNvSpPr>
          <p:nvPr/>
        </p:nvSpPr>
        <p:spPr>
          <a:xfrm>
            <a:off x="876300" y="2895600"/>
            <a:ext cx="481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Sinon fallback par seuillage adaptatif et contours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BFF93C-6C16-44D5-9F8C-EE401D46759F}"/>
              </a:ext>
            </a:extLst>
          </p:cNvPr>
          <p:cNvSpPr>
            <a:spLocks noGrp="1"/>
          </p:cNvSpPr>
          <p:nvPr/>
        </p:nvSpPr>
        <p:spPr>
          <a:xfrm>
            <a:off x="704850" y="32194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92617A-5729-460A-8B87-9C6C52A52425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481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Regions triees par aire et centralite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959752-DFDC-4655-B5FA-944C4CAE7768}"/>
              </a:ext>
            </a:extLst>
          </p:cNvPr>
          <p:cNvSpPr>
            <a:spLocks noGrp="1"/>
          </p:cNvSpPr>
          <p:nvPr/>
        </p:nvSpPr>
        <p:spPr>
          <a:xfrm>
            <a:off x="704850" y="34861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9EC08F-9FF5-4A58-A843-7B293CA66033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481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Maximum 5 regions candidates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2C6095-9A80-446A-A5FD-A68877C49818}"/>
              </a:ext>
            </a:extLst>
          </p:cNvPr>
          <p:cNvSpPr>
            <a:spLocks noGrp="1"/>
          </p:cNvSpPr>
          <p:nvPr/>
        </p:nvSpPr>
        <p:spPr>
          <a:xfrm>
            <a:off x="6191250" y="2095500"/>
            <a:ext cx="5467350" cy="23812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58845A-4DCD-4B65-9B5D-E945F87B69D3}"/>
              </a:ext>
            </a:extLst>
          </p:cNvPr>
          <p:cNvSpPr>
            <a:spLocks noGrp="1"/>
          </p:cNvSpPr>
          <p:nvPr/>
        </p:nvSpPr>
        <p:spPr>
          <a:xfrm>
            <a:off x="6362700" y="2247900"/>
            <a:ext cx="5124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Filet de securite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AEABE4-EBDF-4EDF-8414-5D7873A33853}"/>
              </a:ext>
            </a:extLst>
          </p:cNvPr>
          <p:cNvSpPr>
            <a:spLocks noGrp="1"/>
          </p:cNvSpPr>
          <p:nvPr/>
        </p:nvSpPr>
        <p:spPr>
          <a:xfrm>
            <a:off x="636270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66C3D9-1D7E-40F4-AA1A-3B5C1E6BCB9A}"/>
              </a:ext>
            </a:extLst>
          </p:cNvPr>
          <p:cNvSpPr>
            <a:spLocks noGrp="1"/>
          </p:cNvSpPr>
          <p:nvPr/>
        </p:nvSpPr>
        <p:spPr>
          <a:xfrm>
            <a:off x="6534150" y="2628900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Grounding DINO est disponible comme fallback activable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1463AD-1761-481A-85A8-CA83F2A38129}"/>
              </a:ext>
            </a:extLst>
          </p:cNvPr>
          <p:cNvSpPr>
            <a:spLocks noGrp="1"/>
          </p:cNvSpPr>
          <p:nvPr/>
        </p:nvSpPr>
        <p:spPr>
          <a:xfrm>
            <a:off x="636270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3A24BB-22A8-4980-8C68-B8183FFAB8D1}"/>
              </a:ext>
            </a:extLst>
          </p:cNvPr>
          <p:cNvSpPr>
            <a:spLocks noGrp="1"/>
          </p:cNvSpPr>
          <p:nvPr/>
        </p:nvSpPr>
        <p:spPr>
          <a:xfrm>
            <a:off x="6534150" y="2895600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Desactive par defaut pour garder une methode legere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6C6810-ECB5-48B2-A786-A55A09F77E9C}"/>
              </a:ext>
            </a:extLst>
          </p:cNvPr>
          <p:cNvSpPr>
            <a:spLocks noGrp="1"/>
          </p:cNvSpPr>
          <p:nvPr/>
        </p:nvSpPr>
        <p:spPr>
          <a:xfrm>
            <a:off x="6362700" y="32194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1A5D0F-C629-4B74-ABCB-DF81F558837F}"/>
              </a:ext>
            </a:extLst>
          </p:cNvPr>
          <p:cNvSpPr>
            <a:spLocks noGrp="1"/>
          </p:cNvSpPr>
          <p:nvPr/>
        </p:nvSpPr>
        <p:spPr>
          <a:xfrm>
            <a:off x="6534150" y="3162300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Utilisable si la saliency se revele insuffisante sur certaines photos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D06C7A-0D92-42BB-9005-85907B6B1FF5}"/>
              </a:ext>
            </a:extLst>
          </p:cNvPr>
          <p:cNvSpPr>
            <a:spLocks noGrp="1"/>
          </p:cNvSpPr>
          <p:nvPr/>
        </p:nvSpPr>
        <p:spPr>
          <a:xfrm>
            <a:off x="6362700" y="34861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D93218-BF17-4BDC-BA9C-74DB01A6B037}"/>
              </a:ext>
            </a:extLst>
          </p:cNvPr>
          <p:cNvSpPr>
            <a:spLocks noGrp="1"/>
          </p:cNvSpPr>
          <p:nvPr/>
        </p:nvSpPr>
        <p:spPr>
          <a:xfrm>
            <a:off x="6534150" y="3429000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refine final du gagnant repose sur GrabCut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7A2DC8-393E-493F-BF88-213D5E670BFE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07267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0F903E76-300C-4B2F-B4BE-274E6EB32A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1B2E"/>
          </a:solidFill>
          <a:ln w="0">
            <a:solidFill>
              <a:srgbClr val="131B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19F60A-EDD8-4960-91A3-116103E255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C0A888-3E30-43AE-A871-9E0B7CDD0EC1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MODULE 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576BE-BA8D-4D03-81A4-970036D0077A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0858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Selector : choisir le bon produit parmi les regions candidates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DA593F-4CC6-44D6-83AE-1BE5EF5D9806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028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selector est la piece centrale qui relie region proposal et score qualite.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8DD036-9AA6-441D-A3A5-25CB55C6C867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4000500" cy="22860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7A91E5-6B30-4EBD-8B88-6C32618A52F9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3657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Formule de score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35612C-4C5C-47FB-8E52-583043C8AF23}"/>
              </a:ext>
            </a:extLst>
          </p:cNvPr>
          <p:cNvSpPr>
            <a:spLocks noGrp="1"/>
          </p:cNvSpPr>
          <p:nvPr/>
        </p:nvSpPr>
        <p:spPr>
          <a:xfrm>
            <a:off x="7048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A86337-73E0-4099-B56E-5B1B31F4024A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3486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score = 0.6 * score_clip + 0.25 * score_visuel + 0.15 * score_categorie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01BB6C-E8DB-4283-8A69-49A62AA1B938}"/>
              </a:ext>
            </a:extLst>
          </p:cNvPr>
          <p:cNvSpPr>
            <a:spLocks noGrp="1"/>
          </p:cNvSpPr>
          <p:nvPr/>
        </p:nvSpPr>
        <p:spPr>
          <a:xfrm>
            <a:off x="70485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E46FE1-62EF-493F-9F3D-E57CC9DC7BB5}"/>
              </a:ext>
            </a:extLst>
          </p:cNvPr>
          <p:cNvSpPr>
            <a:spLocks noGrp="1"/>
          </p:cNvSpPr>
          <p:nvPr/>
        </p:nvSpPr>
        <p:spPr>
          <a:xfrm>
            <a:off x="876300" y="2895600"/>
            <a:ext cx="3486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Poids stockes dans config.py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6A4264-FAF2-4394-933D-C59ED9875134}"/>
              </a:ext>
            </a:extLst>
          </p:cNvPr>
          <p:cNvSpPr>
            <a:spLocks noGrp="1"/>
          </p:cNvSpPr>
          <p:nvPr/>
        </p:nvSpPr>
        <p:spPr>
          <a:xfrm>
            <a:off x="704850" y="32194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684BCF-CC9E-42E9-A612-3BF7108B757B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3486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Calibration empirique assumee et explicite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0BA4CF-A614-4CAC-98A8-08C1CDF1F175}"/>
              </a:ext>
            </a:extLst>
          </p:cNvPr>
          <p:cNvSpPr>
            <a:spLocks noGrp="1"/>
          </p:cNvSpPr>
          <p:nvPr/>
        </p:nvSpPr>
        <p:spPr>
          <a:xfrm>
            <a:off x="4724400" y="2095500"/>
            <a:ext cx="3333750" cy="22860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80535B-F0C1-42FF-8F6B-5E77CDA59E61}"/>
              </a:ext>
            </a:extLst>
          </p:cNvPr>
          <p:cNvSpPr>
            <a:spLocks noGrp="1"/>
          </p:cNvSpPr>
          <p:nvPr/>
        </p:nvSpPr>
        <p:spPr>
          <a:xfrm>
            <a:off x="4895850" y="2247900"/>
            <a:ext cx="2990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Score CLIP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99993A-C24F-4DCF-9A38-D03CBE2AE915}"/>
              </a:ext>
            </a:extLst>
          </p:cNvPr>
          <p:cNvSpPr>
            <a:spLocks noGrp="1"/>
          </p:cNvSpPr>
          <p:nvPr/>
        </p:nvSpPr>
        <p:spPr>
          <a:xfrm>
            <a:off x="48958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273F7E-0862-429F-A600-7952AD999378}"/>
              </a:ext>
            </a:extLst>
          </p:cNvPr>
          <p:cNvSpPr>
            <a:spLocks noGrp="1"/>
          </p:cNvSpPr>
          <p:nvPr/>
        </p:nvSpPr>
        <p:spPr>
          <a:xfrm>
            <a:off x="5067300" y="2628900"/>
            <a:ext cx="2819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Embedding image du crop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61F662-49C5-4744-9656-A48BA9DBA699}"/>
              </a:ext>
            </a:extLst>
          </p:cNvPr>
          <p:cNvSpPr>
            <a:spLocks noGrp="1"/>
          </p:cNvSpPr>
          <p:nvPr/>
        </p:nvSpPr>
        <p:spPr>
          <a:xfrm>
            <a:off x="489585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0703CA-F087-4B97-AA87-6AE8861427F2}"/>
              </a:ext>
            </a:extLst>
          </p:cNvPr>
          <p:cNvSpPr>
            <a:spLocks noGrp="1"/>
          </p:cNvSpPr>
          <p:nvPr/>
        </p:nvSpPr>
        <p:spPr>
          <a:xfrm>
            <a:off x="5067300" y="2895600"/>
            <a:ext cx="2819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Similarite cosinus avec l'embedding texte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0AC7DB-5B82-43F3-BC6B-B85AC1C53113}"/>
              </a:ext>
            </a:extLst>
          </p:cNvPr>
          <p:cNvSpPr>
            <a:spLocks noGrp="1"/>
          </p:cNvSpPr>
          <p:nvPr/>
        </p:nvSpPr>
        <p:spPr>
          <a:xfrm>
            <a:off x="4895850" y="32194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033CDA-E8BE-4811-92B6-7BF74D0AE039}"/>
              </a:ext>
            </a:extLst>
          </p:cNvPr>
          <p:cNvSpPr>
            <a:spLocks noGrp="1"/>
          </p:cNvSpPr>
          <p:nvPr/>
        </p:nvSpPr>
        <p:spPr>
          <a:xfrm>
            <a:off x="5067300" y="3162300"/>
            <a:ext cx="2819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Signal principal de selection semantique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469310-E313-4D5C-8BEB-B70B8F0679FC}"/>
              </a:ext>
            </a:extLst>
          </p:cNvPr>
          <p:cNvSpPr>
            <a:spLocks noGrp="1"/>
          </p:cNvSpPr>
          <p:nvPr/>
        </p:nvSpPr>
        <p:spPr>
          <a:xfrm>
            <a:off x="8248650" y="2095500"/>
            <a:ext cx="3429000" cy="22860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01BD81-6C1F-4649-9795-E96B9B51C39F}"/>
              </a:ext>
            </a:extLst>
          </p:cNvPr>
          <p:cNvSpPr>
            <a:spLocks noGrp="1"/>
          </p:cNvSpPr>
          <p:nvPr/>
        </p:nvSpPr>
        <p:spPr>
          <a:xfrm>
            <a:off x="8420100" y="22479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Scores heuristiques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EE3067-6552-453C-AE99-A404783F5E40}"/>
              </a:ext>
            </a:extLst>
          </p:cNvPr>
          <p:cNvSpPr>
            <a:spLocks noGrp="1"/>
          </p:cNvSpPr>
          <p:nvPr/>
        </p:nvSpPr>
        <p:spPr>
          <a:xfrm>
            <a:off x="842010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BA9CE8-9493-4FDD-9ACC-B0F8EABA065C}"/>
              </a:ext>
            </a:extLst>
          </p:cNvPr>
          <p:cNvSpPr>
            <a:spLocks noGrp="1"/>
          </p:cNvSpPr>
          <p:nvPr/>
        </p:nvSpPr>
        <p:spPr>
          <a:xfrm>
            <a:off x="8591550" y="26289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Visuel : aire normalisee x centralite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B4EC93-CF0F-40EF-93C7-FE01433079F4}"/>
              </a:ext>
            </a:extLst>
          </p:cNvPr>
          <p:cNvSpPr>
            <a:spLocks noGrp="1"/>
          </p:cNvSpPr>
          <p:nvPr/>
        </p:nvSpPr>
        <p:spPr>
          <a:xfrm>
            <a:off x="842010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D6ECCA-94B3-42AE-9490-A1DB423F516A}"/>
              </a:ext>
            </a:extLst>
          </p:cNvPr>
          <p:cNvSpPr>
            <a:spLocks noGrp="1"/>
          </p:cNvSpPr>
          <p:nvPr/>
        </p:nvSpPr>
        <p:spPr>
          <a:xfrm>
            <a:off x="8591550" y="28956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Categorie : coherence faible mais utile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B0F43A-416D-4966-8392-483733534E22}"/>
              </a:ext>
            </a:extLst>
          </p:cNvPr>
          <p:cNvSpPr>
            <a:spLocks noGrp="1"/>
          </p:cNvSpPr>
          <p:nvPr/>
        </p:nvSpPr>
        <p:spPr>
          <a:xfrm>
            <a:off x="8420100" y="32194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5D1C1C-28CF-4F5B-8CCE-29392F215C63}"/>
              </a:ext>
            </a:extLst>
          </p:cNvPr>
          <p:cNvSpPr>
            <a:spLocks noGrp="1"/>
          </p:cNvSpPr>
          <p:nvPr/>
        </p:nvSpPr>
        <p:spPr>
          <a:xfrm>
            <a:off x="8591550" y="31623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GrabCut applique seulement sur le gagnant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43B70C6-78D4-43D8-BBCB-C518AAC973E6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668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Correctif important du projet final : eviter qu'un mini-crop tres contraste gagne artificiellement sur une grande zone produit plus plausible.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30495B-B385-4D55-BD7F-20C5CB4F7E45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207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E6254CFD-7A2A-47E6-9796-3B4B1164E4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 w="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22B43D-842C-46C1-BD0A-B56E02028B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7C366B-95D6-482E-B873-285E69A0D08D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MODULE 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F679A9-A502-4EF8-A15C-A5DB2072F31D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0858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Analyzer : decomposition du score de qualite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88C002-5ECC-4EAC-A10E-ED1664E0E061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028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score final est obtenu a partir de criteres lisibles et independants.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3DB712-EBBC-473B-BB0C-B3AF8BD10347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3429000" cy="23812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E36DDD-0E0E-42BC-8FEA-9FF75960D7B8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Criteres visuels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A5D0EC-E0D0-4F71-BE68-0DB8DFFD3D35}"/>
              </a:ext>
            </a:extLst>
          </p:cNvPr>
          <p:cNvSpPr>
            <a:spLocks noGrp="1"/>
          </p:cNvSpPr>
          <p:nvPr/>
        </p:nvSpPr>
        <p:spPr>
          <a:xfrm>
            <a:off x="7048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72C2CB-887F-4CF9-B27A-3D0FC55C85AB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Nettete : variance du Laplacien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47A156-14CA-4FB4-9763-06FC5081531A}"/>
              </a:ext>
            </a:extLst>
          </p:cNvPr>
          <p:cNvSpPr>
            <a:spLocks noGrp="1"/>
          </p:cNvSpPr>
          <p:nvPr/>
        </p:nvSpPr>
        <p:spPr>
          <a:xfrm>
            <a:off x="70485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F02584-16EF-49FD-B80B-05BCBCB0BB5B}"/>
              </a:ext>
            </a:extLst>
          </p:cNvPr>
          <p:cNvSpPr>
            <a:spLocks noGrp="1"/>
          </p:cNvSpPr>
          <p:nvPr/>
        </p:nvSpPr>
        <p:spPr>
          <a:xfrm>
            <a:off x="876300" y="28956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Exposition : statistiques de luminance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645069-C2D8-46BF-90B3-284F47D6A387}"/>
              </a:ext>
            </a:extLst>
          </p:cNvPr>
          <p:cNvSpPr>
            <a:spLocks noGrp="1"/>
          </p:cNvSpPr>
          <p:nvPr/>
        </p:nvSpPr>
        <p:spPr>
          <a:xfrm>
            <a:off x="704850" y="32194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122A-97D1-49D0-B51C-D5A5D3589FC1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Contraste : ecart-type du niveau de gris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9F5857-4FC5-4787-8A63-608227294184}"/>
              </a:ext>
            </a:extLst>
          </p:cNvPr>
          <p:cNvSpPr>
            <a:spLocks noGrp="1"/>
          </p:cNvSpPr>
          <p:nvPr/>
        </p:nvSpPr>
        <p:spPr>
          <a:xfrm>
            <a:off x="704850" y="34861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0B8ABD-30B2-45E6-BA6F-B1FE07D9CE2C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Balance couleurs : deviation inter-canaux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317CAC-A2B6-463B-AD74-84873BD77E15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3429000" cy="23812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A33B7D-A888-47EE-B5A1-7A731AE4B507}"/>
              </a:ext>
            </a:extLst>
          </p:cNvPr>
          <p:cNvSpPr>
            <a:spLocks noGrp="1"/>
          </p:cNvSpPr>
          <p:nvPr/>
        </p:nvSpPr>
        <p:spPr>
          <a:xfrm>
            <a:off x="4552950" y="22479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Criteres structurels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C7557F-48B2-40E4-9E33-3E19FEC3CAC8}"/>
              </a:ext>
            </a:extLst>
          </p:cNvPr>
          <p:cNvSpPr>
            <a:spLocks noGrp="1"/>
          </p:cNvSpPr>
          <p:nvPr/>
        </p:nvSpPr>
        <p:spPr>
          <a:xfrm>
            <a:off x="45529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7EB04A-CBC6-434C-8124-CE4BB2C126F1}"/>
              </a:ext>
            </a:extLst>
          </p:cNvPr>
          <p:cNvSpPr>
            <a:spLocks noGrp="1"/>
          </p:cNvSpPr>
          <p:nvPr/>
        </p:nvSpPr>
        <p:spPr>
          <a:xfrm>
            <a:off x="4724400" y="26289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Resolution effective : taille utile + detail reel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408C99-1FB5-439E-AC26-EC6CF23E0E28}"/>
              </a:ext>
            </a:extLst>
          </p:cNvPr>
          <p:cNvSpPr>
            <a:spLocks noGrp="1"/>
          </p:cNvSpPr>
          <p:nvPr/>
        </p:nvSpPr>
        <p:spPr>
          <a:xfrm>
            <a:off x="455295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5C3362-55C6-46E3-9BD5-06C00BEAF9AA}"/>
              </a:ext>
            </a:extLst>
          </p:cNvPr>
          <p:cNvSpPr>
            <a:spLocks noGrp="1"/>
          </p:cNvSpPr>
          <p:nvPr/>
        </p:nvSpPr>
        <p:spPr>
          <a:xfrm>
            <a:off x="4724400" y="28956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Coherence image/texte : CLIP + couleur dominante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60E0D-6778-4262-A2ED-B5FA5CC1C185}"/>
              </a:ext>
            </a:extLst>
          </p:cNvPr>
          <p:cNvSpPr>
            <a:spLocks noGrp="1"/>
          </p:cNvSpPr>
          <p:nvPr/>
        </p:nvSpPr>
        <p:spPr>
          <a:xfrm>
            <a:off x="4552950" y="3306604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5BE6F5-5E8D-421E-8C5B-49862D927700}"/>
              </a:ext>
            </a:extLst>
          </p:cNvPr>
          <p:cNvSpPr>
            <a:spLocks noGrp="1"/>
          </p:cNvSpPr>
          <p:nvPr/>
        </p:nvSpPr>
        <p:spPr>
          <a:xfrm>
            <a:off x="4724400" y="3249454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La couleur </a:t>
            </a:r>
            <a:r>
              <a:rPr sz="1200" b="0" dirty="0" err="1">
                <a:solidFill>
                  <a:srgbClr val="F7F3EA"/>
                </a:solidFill>
                <a:latin typeface="Aptos"/>
                <a:ea typeface="Aptos"/>
                <a:cs typeface="Aptos"/>
              </a:rPr>
              <a:t>reste</a:t>
            </a:r>
            <a:r>
              <a:rPr sz="1200" b="0" dirty="0">
                <a:solidFill>
                  <a:srgbClr val="F7F3EA"/>
                </a:solidFill>
                <a:latin typeface="Aptos"/>
                <a:ea typeface="Aptos"/>
                <a:cs typeface="Aptos"/>
              </a:rPr>
              <a:t> un signal leger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7A5E29-6E34-4D6D-9F2E-7F5BAA99C70F}"/>
              </a:ext>
            </a:extLst>
          </p:cNvPr>
          <p:cNvSpPr>
            <a:spLocks noGrp="1"/>
          </p:cNvSpPr>
          <p:nvPr/>
        </p:nvSpPr>
        <p:spPr>
          <a:xfrm>
            <a:off x="8229600" y="2095500"/>
            <a:ext cx="3429000" cy="23812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71EAA8-0E0F-4236-99BA-BD356FB8AC0B}"/>
              </a:ext>
            </a:extLst>
          </p:cNvPr>
          <p:cNvSpPr>
            <a:spLocks noGrp="1"/>
          </p:cNvSpPr>
          <p:nvPr/>
        </p:nvSpPr>
        <p:spPr>
          <a:xfrm>
            <a:off x="8401050" y="22479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Sorties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CCED34-BB63-459A-858F-4A12B36F7B28}"/>
              </a:ext>
            </a:extLst>
          </p:cNvPr>
          <p:cNvSpPr>
            <a:spLocks noGrp="1"/>
          </p:cNvSpPr>
          <p:nvPr/>
        </p:nvSpPr>
        <p:spPr>
          <a:xfrm>
            <a:off x="84010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2B9001E-F3D4-4784-92E5-8FC8058DCBCF}"/>
              </a:ext>
            </a:extLst>
          </p:cNvPr>
          <p:cNvSpPr>
            <a:spLocks noGrp="1"/>
          </p:cNvSpPr>
          <p:nvPr/>
        </p:nvSpPr>
        <p:spPr>
          <a:xfrm>
            <a:off x="8572500" y="26289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Sous-scores 0 a 100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11BE42-E0A8-47C8-B55E-F2F8682DC5DD}"/>
              </a:ext>
            </a:extLst>
          </p:cNvPr>
          <p:cNvSpPr>
            <a:spLocks noGrp="1"/>
          </p:cNvSpPr>
          <p:nvPr/>
        </p:nvSpPr>
        <p:spPr>
          <a:xfrm>
            <a:off x="840105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8056D6-C1C7-4004-98F3-3DC8F28C38BC}"/>
              </a:ext>
            </a:extLst>
          </p:cNvPr>
          <p:cNvSpPr>
            <a:spLocks noGrp="1"/>
          </p:cNvSpPr>
          <p:nvPr/>
        </p:nvSpPr>
        <p:spPr>
          <a:xfrm>
            <a:off x="8572500" y="28956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Messages explicatifs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E237E2A-C325-4185-8E09-5EB391C2BA8D}"/>
              </a:ext>
            </a:extLst>
          </p:cNvPr>
          <p:cNvSpPr>
            <a:spLocks noGrp="1"/>
          </p:cNvSpPr>
          <p:nvPr/>
        </p:nvSpPr>
        <p:spPr>
          <a:xfrm>
            <a:off x="8401050" y="32194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6B7DE4B-7788-4BC3-B7A8-5B0FBF6404AE}"/>
              </a:ext>
            </a:extLst>
          </p:cNvPr>
          <p:cNvSpPr>
            <a:spLocks noGrp="1"/>
          </p:cNvSpPr>
          <p:nvPr/>
        </p:nvSpPr>
        <p:spPr>
          <a:xfrm>
            <a:off x="8572500" y="31623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Score global pondere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4780D4E-C189-4A7A-BAEF-8F28259B4D19}"/>
              </a:ext>
            </a:extLst>
          </p:cNvPr>
          <p:cNvSpPr>
            <a:spLocks noGrp="1"/>
          </p:cNvSpPr>
          <p:nvPr/>
        </p:nvSpPr>
        <p:spPr>
          <a:xfrm>
            <a:off x="8401050" y="34861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D0A053-9FD1-4A46-8FB2-6D1C4629FED0}"/>
              </a:ext>
            </a:extLst>
          </p:cNvPr>
          <p:cNvSpPr>
            <a:spLocks noGrp="1"/>
          </p:cNvSpPr>
          <p:nvPr/>
        </p:nvSpPr>
        <p:spPr>
          <a:xfrm>
            <a:off x="8572500" y="34290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Recommandations FR / Darija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34DEE09-A1C2-4A9B-94DB-7A9476973BEA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37571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0B652C93-D998-440A-95F0-1F22CE496E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1B2E"/>
          </a:solidFill>
          <a:ln w="0">
            <a:solidFill>
              <a:srgbClr val="131B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F630A6-E3AF-4282-8CD1-0C15DCD09E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F5A337-5A17-45F5-8DD5-675DF20D77FD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02BF10-0A45-4AC0-A450-6C2906E7A6A5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0858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Application Streamlit : interface de demonstration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AFF0F5-E0A2-4433-BD12-E2A2E12A8C14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028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L'application est volontairement sobre pour mettre l'accent sur l'explicabilite du resultat.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80E416-73A0-433D-9603-317A7BB44CCD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3429000" cy="21907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572690-D739-4AF9-8BCE-04A83058AA82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Analyse unique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9681CF-4E56-462E-BC3F-C30D9563F4C3}"/>
              </a:ext>
            </a:extLst>
          </p:cNvPr>
          <p:cNvSpPr>
            <a:spLocks noGrp="1"/>
          </p:cNvSpPr>
          <p:nvPr/>
        </p:nvSpPr>
        <p:spPr>
          <a:xfrm>
            <a:off x="7048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1AB4AA-53CF-4E5E-8544-312471866AFB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Image + titre + description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C78AE9-BA4A-450F-8D1F-FEE449D54F76}"/>
              </a:ext>
            </a:extLst>
          </p:cNvPr>
          <p:cNvSpPr>
            <a:spLocks noGrp="1"/>
          </p:cNvSpPr>
          <p:nvPr/>
        </p:nvSpPr>
        <p:spPr>
          <a:xfrm>
            <a:off x="70485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AEA2E4-BEF9-4175-BF4C-B7C369725212}"/>
              </a:ext>
            </a:extLst>
          </p:cNvPr>
          <p:cNvSpPr>
            <a:spLocks noGrp="1"/>
          </p:cNvSpPr>
          <p:nvPr/>
        </p:nvSpPr>
        <p:spPr>
          <a:xfrm>
            <a:off x="876300" y="28956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Affichage du crop selectionne en priorite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D7E4E5-F959-4E30-9046-58EDDA6B2D12}"/>
              </a:ext>
            </a:extLst>
          </p:cNvPr>
          <p:cNvSpPr>
            <a:spLocks noGrp="1"/>
          </p:cNvSpPr>
          <p:nvPr/>
        </p:nvSpPr>
        <p:spPr>
          <a:xfrm>
            <a:off x="704850" y="32194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D9574B-0991-43BB-AD70-B8CE8CBD9FF3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Score global et sous-scores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4D4F06-AD0D-4D37-8D11-6AE12D669B79}"/>
              </a:ext>
            </a:extLst>
          </p:cNvPr>
          <p:cNvSpPr>
            <a:spLocks noGrp="1"/>
          </p:cNvSpPr>
          <p:nvPr/>
        </p:nvSpPr>
        <p:spPr>
          <a:xfrm>
            <a:off x="704850" y="34861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135FED-4174-4502-876F-D481F528C129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Bloc coherence image / texte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5457E4-1C5B-4CCD-A09C-E83798DB142E}"/>
              </a:ext>
            </a:extLst>
          </p:cNvPr>
          <p:cNvSpPr>
            <a:spLocks noGrp="1"/>
          </p:cNvSpPr>
          <p:nvPr/>
        </p:nvSpPr>
        <p:spPr>
          <a:xfrm>
            <a:off x="4343400" y="2095500"/>
            <a:ext cx="3429000" cy="21907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54F8FC-DD4C-4FCC-8C4D-625BABF2A5B6}"/>
              </a:ext>
            </a:extLst>
          </p:cNvPr>
          <p:cNvSpPr>
            <a:spLocks noGrp="1"/>
          </p:cNvSpPr>
          <p:nvPr/>
        </p:nvSpPr>
        <p:spPr>
          <a:xfrm>
            <a:off x="4514850" y="22479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Mode batch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1EB57B-5E6F-45B8-956A-CD4E02695DFA}"/>
              </a:ext>
            </a:extLst>
          </p:cNvPr>
          <p:cNvSpPr>
            <a:spLocks noGrp="1"/>
          </p:cNvSpPr>
          <p:nvPr/>
        </p:nvSpPr>
        <p:spPr>
          <a:xfrm>
            <a:off x="45148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90EE6-CDA0-4403-AD67-BFD944CA14B4}"/>
              </a:ext>
            </a:extLst>
          </p:cNvPr>
          <p:cNvSpPr>
            <a:spLocks noGrp="1"/>
          </p:cNvSpPr>
          <p:nvPr/>
        </p:nvSpPr>
        <p:spPr>
          <a:xfrm>
            <a:off x="4686300" y="26289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Traitement d'un dossier d'images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69C0AD-9780-4615-8237-FC85F2188420}"/>
              </a:ext>
            </a:extLst>
          </p:cNvPr>
          <p:cNvSpPr>
            <a:spLocks noGrp="1"/>
          </p:cNvSpPr>
          <p:nvPr/>
        </p:nvSpPr>
        <p:spPr>
          <a:xfrm>
            <a:off x="451485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39E46C-3610-4D7A-9CF7-C622710CC695}"/>
              </a:ext>
            </a:extLst>
          </p:cNvPr>
          <p:cNvSpPr>
            <a:spLocks noGrp="1"/>
          </p:cNvSpPr>
          <p:nvPr/>
        </p:nvSpPr>
        <p:spPr>
          <a:xfrm>
            <a:off x="4686300" y="28956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Tableau recapitulatif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33F764-E155-46AE-8DE4-D1C043FDD4B7}"/>
              </a:ext>
            </a:extLst>
          </p:cNvPr>
          <p:cNvSpPr>
            <a:spLocks noGrp="1"/>
          </p:cNvSpPr>
          <p:nvPr/>
        </p:nvSpPr>
        <p:spPr>
          <a:xfrm>
            <a:off x="4514850" y="32194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9D413D-8847-44AC-8E44-0C4DA1699309}"/>
              </a:ext>
            </a:extLst>
          </p:cNvPr>
          <p:cNvSpPr>
            <a:spLocks noGrp="1"/>
          </p:cNvSpPr>
          <p:nvPr/>
        </p:nvSpPr>
        <p:spPr>
          <a:xfrm>
            <a:off x="4686300" y="31623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Export CSV des resultats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58241F-5813-42FB-8F6E-4FF297CAE6BE}"/>
              </a:ext>
            </a:extLst>
          </p:cNvPr>
          <p:cNvSpPr>
            <a:spLocks noGrp="1"/>
          </p:cNvSpPr>
          <p:nvPr/>
        </p:nvSpPr>
        <p:spPr>
          <a:xfrm>
            <a:off x="8153400" y="2095500"/>
            <a:ext cx="3505200" cy="21907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72C8BE-7A39-480F-A84C-BD03B09806D4}"/>
              </a:ext>
            </a:extLst>
          </p:cNvPr>
          <p:cNvSpPr>
            <a:spLocks noGrp="1"/>
          </p:cNvSpPr>
          <p:nvPr/>
        </p:nvSpPr>
        <p:spPr>
          <a:xfrm>
            <a:off x="8324850" y="2247900"/>
            <a:ext cx="3162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Mode debug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51E0F9-68CF-4DD0-B510-29A7E636E8E1}"/>
              </a:ext>
            </a:extLst>
          </p:cNvPr>
          <p:cNvSpPr>
            <a:spLocks noGrp="1"/>
          </p:cNvSpPr>
          <p:nvPr/>
        </p:nvSpPr>
        <p:spPr>
          <a:xfrm>
            <a:off x="83248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CEC6FB-0C37-4541-BC9F-D77E4C35B4A6}"/>
              </a:ext>
            </a:extLst>
          </p:cNvPr>
          <p:cNvSpPr>
            <a:spLocks noGrp="1"/>
          </p:cNvSpPr>
          <p:nvPr/>
        </p:nvSpPr>
        <p:spPr>
          <a:xfrm>
            <a:off x="8496300" y="2628900"/>
            <a:ext cx="2990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Regions candidates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0165648-123F-4AF1-9EBE-F0FA5EB0F715}"/>
              </a:ext>
            </a:extLst>
          </p:cNvPr>
          <p:cNvSpPr>
            <a:spLocks noGrp="1"/>
          </p:cNvSpPr>
          <p:nvPr/>
        </p:nvSpPr>
        <p:spPr>
          <a:xfrm>
            <a:off x="832485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886383-AD20-4355-977B-5C0FCEA847DD}"/>
              </a:ext>
            </a:extLst>
          </p:cNvPr>
          <p:cNvSpPr>
            <a:spLocks noGrp="1"/>
          </p:cNvSpPr>
          <p:nvPr/>
        </p:nvSpPr>
        <p:spPr>
          <a:xfrm>
            <a:off x="8496300" y="2895600"/>
            <a:ext cx="2990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Scores intermediaires du selector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8D55F8-0A76-4D1A-911C-01F952A2CA5D}"/>
              </a:ext>
            </a:extLst>
          </p:cNvPr>
          <p:cNvSpPr>
            <a:spLocks noGrp="1"/>
          </p:cNvSpPr>
          <p:nvPr/>
        </p:nvSpPr>
        <p:spPr>
          <a:xfrm>
            <a:off x="8324850" y="32194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8DFD9E-03B2-4841-8167-3FB535E2665C}"/>
              </a:ext>
            </a:extLst>
          </p:cNvPr>
          <p:cNvSpPr>
            <a:spLocks noGrp="1"/>
          </p:cNvSpPr>
          <p:nvPr/>
        </p:nvSpPr>
        <p:spPr>
          <a:xfrm>
            <a:off x="8496300" y="3162300"/>
            <a:ext cx="2990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Etat du backend CLIP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1F0C8CC-C16F-43B5-A1A0-FFDB0C876D82}"/>
              </a:ext>
            </a:extLst>
          </p:cNvPr>
          <p:cNvSpPr>
            <a:spLocks noGrp="1"/>
          </p:cNvSpPr>
          <p:nvPr/>
        </p:nvSpPr>
        <p:spPr>
          <a:xfrm>
            <a:off x="8324850" y="34861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EB2EF8-72E0-4ED8-B849-DD42A087BEA8}"/>
              </a:ext>
            </a:extLst>
          </p:cNvPr>
          <p:cNvSpPr>
            <a:spLocks noGrp="1"/>
          </p:cNvSpPr>
          <p:nvPr/>
        </p:nvSpPr>
        <p:spPr>
          <a:xfrm>
            <a:off x="8496300" y="3429000"/>
            <a:ext cx="2990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Informations sur la coherence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B3AB09-4337-40E0-B244-718C63BEA120}"/>
              </a:ext>
            </a:extLst>
          </p:cNvPr>
          <p:cNvSpPr>
            <a:spLocks noGrp="1"/>
          </p:cNvSpPr>
          <p:nvPr/>
        </p:nvSpPr>
        <p:spPr>
          <a:xfrm>
            <a:off x="685800" y="472440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3B28C54-4680-417F-A7D5-CA4175E519D8}"/>
              </a:ext>
            </a:extLst>
          </p:cNvPr>
          <p:cNvSpPr>
            <a:spLocks noGrp="1"/>
          </p:cNvSpPr>
          <p:nvPr/>
        </p:nvSpPr>
        <p:spPr>
          <a:xfrm>
            <a:off x="857250" y="4667250"/>
            <a:ext cx="10496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crop selectionne est l'element d'interface le plus important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3357B2B-E578-4ACB-BC97-D3A8ADB999D0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1A93C56-48B9-495B-A0F2-AB8F1C4FA734}"/>
              </a:ext>
            </a:extLst>
          </p:cNvPr>
          <p:cNvSpPr>
            <a:spLocks noGrp="1"/>
          </p:cNvSpPr>
          <p:nvPr/>
        </p:nvSpPr>
        <p:spPr>
          <a:xfrm>
            <a:off x="857250" y="4972050"/>
            <a:ext cx="10496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L'utilisateur peut comprendre pourquoi la note est bonne ou mauvaise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E8E998B-20EA-476D-A6EC-023166F6CE3A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BD26956-B580-4C33-9DE3-469E50317B57}"/>
              </a:ext>
            </a:extLst>
          </p:cNvPr>
          <p:cNvSpPr>
            <a:spLocks noGrp="1"/>
          </p:cNvSpPr>
          <p:nvPr/>
        </p:nvSpPr>
        <p:spPr>
          <a:xfrm>
            <a:off x="857250" y="5276850"/>
            <a:ext cx="10496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systeme peut etre montre en direct en soutenance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C794FD3-4795-44A2-955F-13F3C6AE81AA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63126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D90F4EA-0B77-4796-BEFD-A9A09FB8DA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 w="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4C624E-4181-483B-9178-748EFA7B06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B7FECD-C932-4260-88EE-62FF8A32E02A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DONNEES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137E33-8348-4035-B0B7-A25DA60B216F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0858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Strategie dataset : construire un jeu de donnees defendable sans annotation lourde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1B8BF3-2AD2-41DF-A3CF-1D9AFAA70188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028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choix cle est de partir d'images propres et de generer les mauvaises images de facon controlee.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6E207B-87BE-4C3B-AAF4-09325C5E715A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5334000" cy="23812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83012A-2413-4522-88D1-87E6D23EB31A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4991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Principes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C3310F-A826-4B5B-BE1F-D6F105E07AE6}"/>
              </a:ext>
            </a:extLst>
          </p:cNvPr>
          <p:cNvSpPr>
            <a:spLocks noGrp="1"/>
          </p:cNvSpPr>
          <p:nvPr/>
        </p:nvSpPr>
        <p:spPr>
          <a:xfrm>
            <a:off x="7048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641B38-156C-4070-97D3-243BBA81DFA7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481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Limiter le scope a trois familles de produits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423EF7-79AD-4AD9-82B9-D4900613B96A}"/>
              </a:ext>
            </a:extLst>
          </p:cNvPr>
          <p:cNvSpPr>
            <a:spLocks noGrp="1"/>
          </p:cNvSpPr>
          <p:nvPr/>
        </p:nvSpPr>
        <p:spPr>
          <a:xfrm>
            <a:off x="70485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23E27F-8EC2-4DCF-98B6-8BB7BB35D215}"/>
              </a:ext>
            </a:extLst>
          </p:cNvPr>
          <p:cNvSpPr>
            <a:spLocks noGrp="1"/>
          </p:cNvSpPr>
          <p:nvPr/>
        </p:nvSpPr>
        <p:spPr>
          <a:xfrm>
            <a:off x="876300" y="2895600"/>
            <a:ext cx="481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Conserver des images suffisamment grandes et lisibles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564EC2-285B-4164-BE30-C3ECC5E81AE6}"/>
              </a:ext>
            </a:extLst>
          </p:cNvPr>
          <p:cNvSpPr>
            <a:spLocks noGrp="1"/>
          </p:cNvSpPr>
          <p:nvPr/>
        </p:nvSpPr>
        <p:spPr>
          <a:xfrm>
            <a:off x="704850" y="32194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0247A1-2AA1-4D13-8D33-31B583744B33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481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Eviter l'annotation exhaustive manuelle de defauts reels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AD6941-8E3D-4C80-A8FC-C6CA19FDD719}"/>
              </a:ext>
            </a:extLst>
          </p:cNvPr>
          <p:cNvSpPr>
            <a:spLocks noGrp="1"/>
          </p:cNvSpPr>
          <p:nvPr/>
        </p:nvSpPr>
        <p:spPr>
          <a:xfrm>
            <a:off x="704850" y="34861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4F0835-40AB-4086-B043-CEFB9A6AA482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481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Construire une verite-terrain exacte via degradations controlees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6A7DAF-D9FA-4335-B88C-5BAB61036B18}"/>
              </a:ext>
            </a:extLst>
          </p:cNvPr>
          <p:cNvSpPr>
            <a:spLocks noGrp="1"/>
          </p:cNvSpPr>
          <p:nvPr/>
        </p:nvSpPr>
        <p:spPr>
          <a:xfrm>
            <a:off x="6191250" y="2095500"/>
            <a:ext cx="5467350" cy="23812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B209F1-5154-4CC8-89AF-C29524BFBA20}"/>
              </a:ext>
            </a:extLst>
          </p:cNvPr>
          <p:cNvSpPr>
            <a:spLocks noGrp="1"/>
          </p:cNvSpPr>
          <p:nvPr/>
        </p:nvSpPr>
        <p:spPr>
          <a:xfrm>
            <a:off x="6362700" y="2247900"/>
            <a:ext cx="5124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Sources reelles du projet final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C934E1-B67C-496C-8415-AEBEA456DF53}"/>
              </a:ext>
            </a:extLst>
          </p:cNvPr>
          <p:cNvSpPr>
            <a:spLocks noGrp="1"/>
          </p:cNvSpPr>
          <p:nvPr/>
        </p:nvSpPr>
        <p:spPr>
          <a:xfrm>
            <a:off x="636270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F7E458-D168-4D95-AFDE-A4814C078371}"/>
              </a:ext>
            </a:extLst>
          </p:cNvPr>
          <p:cNvSpPr>
            <a:spLocks noGrp="1"/>
          </p:cNvSpPr>
          <p:nvPr/>
        </p:nvSpPr>
        <p:spPr>
          <a:xfrm>
            <a:off x="6534150" y="2628900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Base historique curatee du projet pour une partie des originaux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59BDBE-97F5-46B7-82D1-45BE2D375550}"/>
              </a:ext>
            </a:extLst>
          </p:cNvPr>
          <p:cNvSpPr>
            <a:spLocks noGrp="1"/>
          </p:cNvSpPr>
          <p:nvPr/>
        </p:nvSpPr>
        <p:spPr>
          <a:xfrm>
            <a:off x="636270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9F9052-2F32-47AF-BC99-4E240C1B5D58}"/>
              </a:ext>
            </a:extLst>
          </p:cNvPr>
          <p:cNvSpPr>
            <a:spLocks noGrp="1"/>
          </p:cNvSpPr>
          <p:nvPr/>
        </p:nvSpPr>
        <p:spPr>
          <a:xfrm>
            <a:off x="6534150" y="2895600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Complement Shopify/product-catalogue pour finir les quotas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809BC6-E923-49B8-BF9E-933168BB9ADB}"/>
              </a:ext>
            </a:extLst>
          </p:cNvPr>
          <p:cNvSpPr>
            <a:spLocks noGrp="1"/>
          </p:cNvSpPr>
          <p:nvPr/>
        </p:nvSpPr>
        <p:spPr>
          <a:xfrm>
            <a:off x="6362700" y="32194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0522AC-1C80-46FE-ABCC-A7CD95823CD8}"/>
              </a:ext>
            </a:extLst>
          </p:cNvPr>
          <p:cNvSpPr>
            <a:spLocks noGrp="1"/>
          </p:cNvSpPr>
          <p:nvPr/>
        </p:nvSpPr>
        <p:spPr>
          <a:xfrm>
            <a:off x="6534150" y="3162300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Pipeline de build final reproductible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ACD63E-52CF-4447-A72F-73BC624EC772}"/>
              </a:ext>
            </a:extLst>
          </p:cNvPr>
          <p:cNvSpPr>
            <a:spLocks noGrp="1"/>
          </p:cNvSpPr>
          <p:nvPr/>
        </p:nvSpPr>
        <p:spPr>
          <a:xfrm>
            <a:off x="6362700" y="34861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4BC9C1-EBD8-419A-96EB-27BEA97D725D}"/>
              </a:ext>
            </a:extLst>
          </p:cNvPr>
          <p:cNvSpPr>
            <a:spLocks noGrp="1"/>
          </p:cNvSpPr>
          <p:nvPr/>
        </p:nvSpPr>
        <p:spPr>
          <a:xfrm>
            <a:off x="6534150" y="3429000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metadata.csv et degraded_metadata.csv pour tracer les sources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97EF2E-92CF-4DF4-845B-319567C43E73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39933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368CBBE-FAD1-4F42-9CDC-A80EE25F6A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1B2E"/>
          </a:solidFill>
          <a:ln w="0">
            <a:solidFill>
              <a:srgbClr val="131B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EDCF49-6F71-4168-B64A-AC45C63D94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8CBFBC-B313-4270-9811-BE3D6C0CA843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DATASET FINAL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098AC3-07C7-4B29-8B12-B275DFDED13E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0858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Composition du dataset final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D185E8-EF45-40FC-B0FC-9A60CD739A3A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028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jeu final est volontairement compact, mais suffisant pour calibrer et valider le systeme.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2E5C2F-3CB7-49B9-97AE-38CCFCA41DC9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905000" cy="11430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9C026B-8C5C-440D-8E9C-D3B37109CDA8}"/>
              </a:ext>
            </a:extLst>
          </p:cNvPr>
          <p:cNvSpPr>
            <a:spLocks noGrp="1"/>
          </p:cNvSpPr>
          <p:nvPr/>
        </p:nvSpPr>
        <p:spPr>
          <a:xfrm>
            <a:off x="857250" y="2171700"/>
            <a:ext cx="1562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D3A96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3A96A"/>
                </a:solidFill>
                <a:latin typeface="Aptos Display"/>
                <a:ea typeface="Aptos Display"/>
                <a:cs typeface="Aptos Display"/>
              </a:rPr>
              <a:t>60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566C46-7CE7-4E27-85DE-5677F7010AA9}"/>
              </a:ext>
            </a:extLst>
          </p:cNvPr>
          <p:cNvSpPr>
            <a:spLocks noGrp="1"/>
          </p:cNvSpPr>
          <p:nvPr/>
        </p:nvSpPr>
        <p:spPr>
          <a:xfrm>
            <a:off x="857250" y="2628900"/>
            <a:ext cx="1562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shoes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1860C8-1119-4621-A33C-D99905FDF543}"/>
              </a:ext>
            </a:extLst>
          </p:cNvPr>
          <p:cNvSpPr>
            <a:spLocks noGrp="1"/>
          </p:cNvSpPr>
          <p:nvPr/>
        </p:nvSpPr>
        <p:spPr>
          <a:xfrm>
            <a:off x="2800350" y="2000250"/>
            <a:ext cx="1905000" cy="11430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B1164F-B422-4EF4-B28D-1784449E7838}"/>
              </a:ext>
            </a:extLst>
          </p:cNvPr>
          <p:cNvSpPr>
            <a:spLocks noGrp="1"/>
          </p:cNvSpPr>
          <p:nvPr/>
        </p:nvSpPr>
        <p:spPr>
          <a:xfrm>
            <a:off x="2971800" y="2171700"/>
            <a:ext cx="1562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6DA6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6DA6FF"/>
                </a:solidFill>
                <a:latin typeface="Aptos Display"/>
                <a:ea typeface="Aptos Display"/>
                <a:cs typeface="Aptos Display"/>
              </a:rPr>
              <a:t>60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CB74E6-9FD0-44EF-B165-C09D65D320B4}"/>
              </a:ext>
            </a:extLst>
          </p:cNvPr>
          <p:cNvSpPr>
            <a:spLocks noGrp="1"/>
          </p:cNvSpPr>
          <p:nvPr/>
        </p:nvSpPr>
        <p:spPr>
          <a:xfrm>
            <a:off x="2971800" y="2628900"/>
            <a:ext cx="1562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clothing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59FCF5-571B-4D90-90B5-DFA4C45A3DF1}"/>
              </a:ext>
            </a:extLst>
          </p:cNvPr>
          <p:cNvSpPr>
            <a:spLocks noGrp="1"/>
          </p:cNvSpPr>
          <p:nvPr/>
        </p:nvSpPr>
        <p:spPr>
          <a:xfrm>
            <a:off x="4914900" y="2000250"/>
            <a:ext cx="2476500" cy="11430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30D211-CEDD-4BFF-BB5F-F5A2EBDD8AA8}"/>
              </a:ext>
            </a:extLst>
          </p:cNvPr>
          <p:cNvSpPr>
            <a:spLocks noGrp="1"/>
          </p:cNvSpPr>
          <p:nvPr/>
        </p:nvSpPr>
        <p:spPr>
          <a:xfrm>
            <a:off x="5086350" y="2171700"/>
            <a:ext cx="2133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4AC27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4AC27A"/>
                </a:solidFill>
                <a:latin typeface="Aptos Display"/>
                <a:ea typeface="Aptos Display"/>
                <a:cs typeface="Aptos Display"/>
              </a:rPr>
              <a:t>60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67A955-BE4B-4354-9439-56D824834237}"/>
              </a:ext>
            </a:extLst>
          </p:cNvPr>
          <p:cNvSpPr>
            <a:spLocks noGrp="1"/>
          </p:cNvSpPr>
          <p:nvPr/>
        </p:nvSpPr>
        <p:spPr>
          <a:xfrm>
            <a:off x="5086350" y="2628900"/>
            <a:ext cx="2133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portable_electronics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6F8B34-A8E8-4203-A85A-E7FCC1678FDB}"/>
              </a:ext>
            </a:extLst>
          </p:cNvPr>
          <p:cNvSpPr>
            <a:spLocks noGrp="1"/>
          </p:cNvSpPr>
          <p:nvPr/>
        </p:nvSpPr>
        <p:spPr>
          <a:xfrm>
            <a:off x="7600950" y="2000250"/>
            <a:ext cx="1714500" cy="11430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6A82AE-14D8-427B-885D-8866EA2D5A4D}"/>
              </a:ext>
            </a:extLst>
          </p:cNvPr>
          <p:cNvSpPr>
            <a:spLocks noGrp="1"/>
          </p:cNvSpPr>
          <p:nvPr/>
        </p:nvSpPr>
        <p:spPr>
          <a:xfrm>
            <a:off x="7772400" y="2171700"/>
            <a:ext cx="1371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0C85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0C85A"/>
                </a:solidFill>
                <a:latin typeface="Aptos Display"/>
                <a:ea typeface="Aptos Display"/>
                <a:cs typeface="Aptos Display"/>
              </a:rPr>
              <a:t>180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5A2C47-6DE7-4450-857D-61418F64F4E2}"/>
              </a:ext>
            </a:extLst>
          </p:cNvPr>
          <p:cNvSpPr>
            <a:spLocks noGrp="1"/>
          </p:cNvSpPr>
          <p:nvPr/>
        </p:nvSpPr>
        <p:spPr>
          <a:xfrm>
            <a:off x="7772400" y="2628900"/>
            <a:ext cx="1371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images propres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55BB4F-9590-4EE3-A329-B51C741BAE5F}"/>
              </a:ext>
            </a:extLst>
          </p:cNvPr>
          <p:cNvSpPr>
            <a:spLocks noGrp="1"/>
          </p:cNvSpPr>
          <p:nvPr/>
        </p:nvSpPr>
        <p:spPr>
          <a:xfrm>
            <a:off x="9525000" y="2000250"/>
            <a:ext cx="1905000" cy="11430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7D9AC3-BE83-415A-B650-433AC6AA1CC5}"/>
              </a:ext>
            </a:extLst>
          </p:cNvPr>
          <p:cNvSpPr>
            <a:spLocks noGrp="1"/>
          </p:cNvSpPr>
          <p:nvPr/>
        </p:nvSpPr>
        <p:spPr>
          <a:xfrm>
            <a:off x="9696450" y="2171700"/>
            <a:ext cx="1562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E6696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E66969"/>
                </a:solidFill>
                <a:latin typeface="Aptos Display"/>
                <a:ea typeface="Aptos Display"/>
                <a:cs typeface="Aptos Display"/>
              </a:rPr>
              <a:t>3240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E33471-0410-4A2D-BACB-9E638E4D4A4C}"/>
              </a:ext>
            </a:extLst>
          </p:cNvPr>
          <p:cNvSpPr>
            <a:spLocks noGrp="1"/>
          </p:cNvSpPr>
          <p:nvPr/>
        </p:nvSpPr>
        <p:spPr>
          <a:xfrm>
            <a:off x="9696450" y="2628900"/>
            <a:ext cx="1562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images degradees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4D92CE-13C9-4BC9-9AC0-551DF4181FE2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5143500" cy="21717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BF79B7-AB04-4697-B346-20C20EDA1187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480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Metadata principal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99046F-E0CE-4FFE-AFEA-2BC2924F2588}"/>
              </a:ext>
            </a:extLst>
          </p:cNvPr>
          <p:cNvSpPr>
            <a:spLocks noGrp="1"/>
          </p:cNvSpPr>
          <p:nvPr/>
        </p:nvSpPr>
        <p:spPr>
          <a:xfrm>
            <a:off x="857250" y="415290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3DCF42-BA9A-4E5E-8196-F4D81757AEEA}"/>
              </a:ext>
            </a:extLst>
          </p:cNvPr>
          <p:cNvSpPr>
            <a:spLocks noGrp="1"/>
          </p:cNvSpPr>
          <p:nvPr/>
        </p:nvSpPr>
        <p:spPr>
          <a:xfrm>
            <a:off x="1028700" y="4095750"/>
            <a:ext cx="4629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filename, filepath, category, source_dataset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4C2EC8-6A87-4C36-972D-49C61F2DB092}"/>
              </a:ext>
            </a:extLst>
          </p:cNvPr>
          <p:cNvSpPr>
            <a:spLocks noGrp="1"/>
          </p:cNvSpPr>
          <p:nvPr/>
        </p:nvSpPr>
        <p:spPr>
          <a:xfrm>
            <a:off x="857250" y="441960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CFBB6E-7F3D-4F8F-9CF4-EECE0CB978EE}"/>
              </a:ext>
            </a:extLst>
          </p:cNvPr>
          <p:cNvSpPr>
            <a:spLocks noGrp="1"/>
          </p:cNvSpPr>
          <p:nvPr/>
        </p:nvSpPr>
        <p:spPr>
          <a:xfrm>
            <a:off x="1028700" y="4362450"/>
            <a:ext cx="4629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title, description, width, height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AB3962-93B8-4495-A724-396AE8B72A36}"/>
              </a:ext>
            </a:extLst>
          </p:cNvPr>
          <p:cNvSpPr>
            <a:spLocks noGrp="1"/>
          </p:cNvSpPr>
          <p:nvPr/>
        </p:nvSpPr>
        <p:spPr>
          <a:xfrm>
            <a:off x="857250" y="468630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99057C-8F18-4A31-B7E2-63A50A20854E}"/>
              </a:ext>
            </a:extLst>
          </p:cNvPr>
          <p:cNvSpPr>
            <a:spLocks noGrp="1"/>
          </p:cNvSpPr>
          <p:nvPr/>
        </p:nvSpPr>
        <p:spPr>
          <a:xfrm>
            <a:off x="1028700" y="4629150"/>
            <a:ext cx="4629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human_score, degradation_type, degradation_level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786106-6E6D-4DA6-AF70-DC803FB778D9}"/>
              </a:ext>
            </a:extLst>
          </p:cNvPr>
          <p:cNvSpPr>
            <a:spLocks noGrp="1"/>
          </p:cNvSpPr>
          <p:nvPr/>
        </p:nvSpPr>
        <p:spPr>
          <a:xfrm>
            <a:off x="6153150" y="3562350"/>
            <a:ext cx="5295900" cy="21717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435E1D5-AC60-415B-B9A9-1669DF4A9868}"/>
              </a:ext>
            </a:extLst>
          </p:cNvPr>
          <p:cNvSpPr>
            <a:spLocks noGrp="1"/>
          </p:cNvSpPr>
          <p:nvPr/>
        </p:nvSpPr>
        <p:spPr>
          <a:xfrm>
            <a:off x="6324600" y="371475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Interet experimental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3F7991-3C4A-4229-B9DE-D67F32195685}"/>
              </a:ext>
            </a:extLst>
          </p:cNvPr>
          <p:cNvSpPr>
            <a:spLocks noGrp="1"/>
          </p:cNvSpPr>
          <p:nvPr/>
        </p:nvSpPr>
        <p:spPr>
          <a:xfrm>
            <a:off x="6324600" y="415290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0780D9-9C9A-4A47-91F9-D1AB179013B1}"/>
              </a:ext>
            </a:extLst>
          </p:cNvPr>
          <p:cNvSpPr>
            <a:spLocks noGrp="1"/>
          </p:cNvSpPr>
          <p:nvPr/>
        </p:nvSpPr>
        <p:spPr>
          <a:xfrm>
            <a:off x="6496050" y="4095750"/>
            <a:ext cx="4781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Chaque image degradee peut etre reliee a son original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53727BD-B773-4809-AACF-B30329465FAE}"/>
              </a:ext>
            </a:extLst>
          </p:cNvPr>
          <p:cNvSpPr>
            <a:spLocks noGrp="1"/>
          </p:cNvSpPr>
          <p:nvPr/>
        </p:nvSpPr>
        <p:spPr>
          <a:xfrm>
            <a:off x="6324600" y="441960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7AD5ED5-E7C8-4C21-A41E-7115F173EE67}"/>
              </a:ext>
            </a:extLst>
          </p:cNvPr>
          <p:cNvSpPr>
            <a:spLocks noGrp="1"/>
          </p:cNvSpPr>
          <p:nvPr/>
        </p:nvSpPr>
        <p:spPr>
          <a:xfrm>
            <a:off x="6496050" y="4362450"/>
            <a:ext cx="4781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protocole permet des comparaisons propres image propre vs image degradee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E33A2C-4789-4EF3-A63D-E69E4B9A3AFE}"/>
              </a:ext>
            </a:extLst>
          </p:cNvPr>
          <p:cNvSpPr>
            <a:spLocks noGrp="1"/>
          </p:cNvSpPr>
          <p:nvPr/>
        </p:nvSpPr>
        <p:spPr>
          <a:xfrm>
            <a:off x="6324600" y="4790578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78ED902-8D93-4E6B-9713-96C1D3303363}"/>
              </a:ext>
            </a:extLst>
          </p:cNvPr>
          <p:cNvSpPr>
            <a:spLocks noGrp="1"/>
          </p:cNvSpPr>
          <p:nvPr/>
        </p:nvSpPr>
        <p:spPr>
          <a:xfrm>
            <a:off x="6496050" y="4733428"/>
            <a:ext cx="4781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dataset </a:t>
            </a:r>
            <a:r>
              <a:rPr sz="1200" b="0" dirty="0" err="1">
                <a:solidFill>
                  <a:srgbClr val="F7F3EA"/>
                </a:solidFill>
                <a:latin typeface="Aptos"/>
                <a:ea typeface="Aptos"/>
                <a:cs typeface="Aptos"/>
              </a:rPr>
              <a:t>reste</a:t>
            </a:r>
            <a:r>
              <a:rPr sz="1200" b="0" dirty="0">
                <a:solidFill>
                  <a:srgbClr val="F7F3E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F7F3EA"/>
                </a:solidFill>
                <a:latin typeface="Aptos"/>
                <a:ea typeface="Aptos"/>
                <a:cs typeface="Aptos"/>
              </a:rPr>
              <a:t>assez</a:t>
            </a:r>
            <a:r>
              <a:rPr sz="1200" b="0" dirty="0">
                <a:solidFill>
                  <a:srgbClr val="F7F3EA"/>
                </a:solidFill>
                <a:latin typeface="Aptos"/>
                <a:ea typeface="Aptos"/>
                <a:cs typeface="Aptos"/>
              </a:rPr>
              <a:t> petit pour </a:t>
            </a:r>
            <a:r>
              <a:rPr sz="1200" b="0" dirty="0" err="1">
                <a:solidFill>
                  <a:srgbClr val="F7F3EA"/>
                </a:solidFill>
                <a:latin typeface="Aptos"/>
                <a:ea typeface="Aptos"/>
                <a:cs typeface="Aptos"/>
              </a:rPr>
              <a:t>etre</a:t>
            </a:r>
            <a:r>
              <a:rPr sz="1200" b="0" dirty="0">
                <a:solidFill>
                  <a:srgbClr val="F7F3E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F7F3EA"/>
                </a:solidFill>
                <a:latin typeface="Aptos"/>
                <a:ea typeface="Aptos"/>
                <a:cs typeface="Aptos"/>
              </a:rPr>
              <a:t>inspecte</a:t>
            </a:r>
            <a:r>
              <a:rPr sz="1200" b="0" dirty="0">
                <a:solidFill>
                  <a:srgbClr val="F7F3E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F7F3EA"/>
                </a:solidFill>
                <a:latin typeface="Aptos"/>
                <a:ea typeface="Aptos"/>
                <a:cs typeface="Aptos"/>
              </a:rPr>
              <a:t>manuellement</a:t>
            </a:r>
            <a:endParaRPr sz="1200" b="0" dirty="0">
              <a:solidFill>
                <a:srgbClr val="F7F3E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F57D77A-8141-448F-BD71-6D776A76A42B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53032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10E3098-2677-42AD-A8E5-F198DB7469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 w="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F186C6-F7F5-4C70-905C-B8E86C6DFB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7FBBC4-DD29-435C-8695-138C7CC34557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EXEMPLES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ABAA48-5B2F-46B8-BA65-B74D02E23BC7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0858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Exemples d'images propres dans le dataset final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9F8867-E9DB-488F-9ABE-D177A900A817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028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Trois familles ont ete retenues pour maximiser la lisibilite du produit et la pertinence de CLIP.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4E1F1F-A44D-4378-BA47-9E3D23628B36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3333750" cy="3143250"/>
          </a:xfrm>
          <a:prstGeom prst="rect">
            <a:avLst/>
          </a:prstGeom>
          <a:solidFill>
            <a:srgbClr val="131B2E"/>
          </a:solidFill>
          <a:ln w="9525">
            <a:solidFill>
              <a:srgbClr val="24314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1075" y="2171700"/>
            <a:ext cx="2705100" cy="27051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BED0365-FA66-4EB5-9A12-60E2AC202836}"/>
              </a:ext>
            </a:extLst>
          </p:cNvPr>
          <p:cNvSpPr>
            <a:spLocks noGrp="1"/>
          </p:cNvSpPr>
          <p:nvPr/>
        </p:nvSpPr>
        <p:spPr>
          <a:xfrm>
            <a:off x="781050" y="4914900"/>
            <a:ext cx="3105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SHO_001 - shoes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2E97C9-45EC-47DB-8D1F-EA8A2F64A799}"/>
              </a:ext>
            </a:extLst>
          </p:cNvPr>
          <p:cNvSpPr>
            <a:spLocks noGrp="1"/>
          </p:cNvSpPr>
          <p:nvPr/>
        </p:nvSpPr>
        <p:spPr>
          <a:xfrm>
            <a:off x="4429125" y="2095500"/>
            <a:ext cx="3333750" cy="3143250"/>
          </a:xfrm>
          <a:prstGeom prst="rect">
            <a:avLst/>
          </a:prstGeom>
          <a:solidFill>
            <a:srgbClr val="131B2E"/>
          </a:solidFill>
          <a:ln w="9525">
            <a:solidFill>
              <a:srgbClr val="24314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43450" y="2171700"/>
            <a:ext cx="2705100" cy="27051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2D2C10A-2B0F-4690-BECE-794276A885FB}"/>
              </a:ext>
            </a:extLst>
          </p:cNvPr>
          <p:cNvSpPr>
            <a:spLocks noGrp="1"/>
          </p:cNvSpPr>
          <p:nvPr/>
        </p:nvSpPr>
        <p:spPr>
          <a:xfrm>
            <a:off x="4543425" y="4914900"/>
            <a:ext cx="3105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CLO_001 - clothing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FEC1F3-BDFB-4B49-97CB-540F9C219525}"/>
              </a:ext>
            </a:extLst>
          </p:cNvPr>
          <p:cNvSpPr>
            <a:spLocks noGrp="1"/>
          </p:cNvSpPr>
          <p:nvPr/>
        </p:nvSpPr>
        <p:spPr>
          <a:xfrm>
            <a:off x="8191500" y="2095500"/>
            <a:ext cx="3333750" cy="3143250"/>
          </a:xfrm>
          <a:prstGeom prst="rect">
            <a:avLst/>
          </a:prstGeom>
          <a:solidFill>
            <a:srgbClr val="131B2E"/>
          </a:solidFill>
          <a:ln w="9525">
            <a:solidFill>
              <a:srgbClr val="24314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05825" y="2171700"/>
            <a:ext cx="2705100" cy="27051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2FECD80-5E3E-405B-809C-3E31021991D7}"/>
              </a:ext>
            </a:extLst>
          </p:cNvPr>
          <p:cNvSpPr>
            <a:spLocks noGrp="1"/>
          </p:cNvSpPr>
          <p:nvPr/>
        </p:nvSpPr>
        <p:spPr>
          <a:xfrm>
            <a:off x="8305800" y="4914900"/>
            <a:ext cx="3105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POR_001 - portable_electronics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C32F06-EA79-4623-AC4D-6778AD30A49F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66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scope reduit est volontaire : produits reconnaissables, formes nettes, photos standardisables et evaluation plus defendable en 2 mois.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776470-DD96-4D52-B4EB-7148244EB14E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94972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2AD1919-F01E-4863-9211-5B9DD612B3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1B2E"/>
          </a:solidFill>
          <a:ln w="0">
            <a:solidFill>
              <a:srgbClr val="131B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75549A-2D04-4484-B3EF-7AD708DFB2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CF45B7-63ED-41D1-B303-2FB3808BC102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DEGRADATIONS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F47088-7326-42C9-84D4-FB16D7824F2D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0858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Degradations controlees utilisees pour creer les mauvaises images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34F6D3-E1DF-430D-93EE-EE6E8A9E4910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028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Chaque degradation vise un defaut reele de photo produit e-commerce.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80EFB9-1564-423F-A17B-B057E9BF67CA}"/>
              </a:ext>
            </a:extLst>
          </p:cNvPr>
          <p:cNvSpPr>
            <a:spLocks noGrp="1"/>
          </p:cNvSpPr>
          <p:nvPr/>
        </p:nvSpPr>
        <p:spPr>
          <a:xfrm>
            <a:off x="571500" y="2095500"/>
            <a:ext cx="2667000" cy="2857500"/>
          </a:xfrm>
          <a:prstGeom prst="rect">
            <a:avLst/>
          </a:prstGeom>
          <a:solidFill>
            <a:srgbClr val="131B2E"/>
          </a:solidFill>
          <a:ln w="9525">
            <a:solidFill>
              <a:srgbClr val="24314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5325" y="2171700"/>
            <a:ext cx="2419350" cy="2419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CF91392-C8A7-4736-BDE7-A29F4187C2E6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2438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Image propre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219106-5F83-4F3D-8C64-5DC3F40DDB8D}"/>
              </a:ext>
            </a:extLst>
          </p:cNvPr>
          <p:cNvSpPr>
            <a:spLocks noGrp="1"/>
          </p:cNvSpPr>
          <p:nvPr/>
        </p:nvSpPr>
        <p:spPr>
          <a:xfrm>
            <a:off x="3524250" y="2095500"/>
            <a:ext cx="2667000" cy="2857500"/>
          </a:xfrm>
          <a:prstGeom prst="rect">
            <a:avLst/>
          </a:prstGeom>
          <a:solidFill>
            <a:srgbClr val="131B2E"/>
          </a:solidFill>
          <a:ln w="9525">
            <a:solidFill>
              <a:srgbClr val="24314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648075" y="2171700"/>
            <a:ext cx="2419350" cy="24193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0520CE-3669-40AD-91CA-4BBEDF365C75}"/>
              </a:ext>
            </a:extLst>
          </p:cNvPr>
          <p:cNvSpPr>
            <a:spLocks noGrp="1"/>
          </p:cNvSpPr>
          <p:nvPr/>
        </p:nvSpPr>
        <p:spPr>
          <a:xfrm>
            <a:off x="3638550" y="4629150"/>
            <a:ext cx="2438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Blur high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92A006-CD7B-4F64-970E-B988D8139B4D}"/>
              </a:ext>
            </a:extLst>
          </p:cNvPr>
          <p:cNvSpPr>
            <a:spLocks noGrp="1"/>
          </p:cNvSpPr>
          <p:nvPr/>
        </p:nvSpPr>
        <p:spPr>
          <a:xfrm>
            <a:off x="6477000" y="2095500"/>
            <a:ext cx="2667000" cy="2857500"/>
          </a:xfrm>
          <a:prstGeom prst="rect">
            <a:avLst/>
          </a:prstGeom>
          <a:solidFill>
            <a:srgbClr val="131B2E"/>
          </a:solidFill>
          <a:ln w="9525">
            <a:solidFill>
              <a:srgbClr val="24314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600825" y="2171700"/>
            <a:ext cx="2419350" cy="24193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D400D0F-9D1A-4066-A0E6-7E6BE2A3ECEF}"/>
              </a:ext>
            </a:extLst>
          </p:cNvPr>
          <p:cNvSpPr>
            <a:spLocks noGrp="1"/>
          </p:cNvSpPr>
          <p:nvPr/>
        </p:nvSpPr>
        <p:spPr>
          <a:xfrm>
            <a:off x="6591300" y="4629150"/>
            <a:ext cx="2438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Lowres high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86EE81-8CD2-486D-A660-E00B2C821BB6}"/>
              </a:ext>
            </a:extLst>
          </p:cNvPr>
          <p:cNvSpPr>
            <a:spLocks noGrp="1"/>
          </p:cNvSpPr>
          <p:nvPr/>
        </p:nvSpPr>
        <p:spPr>
          <a:xfrm>
            <a:off x="9429750" y="2095500"/>
            <a:ext cx="2190750" cy="2857500"/>
          </a:xfrm>
          <a:prstGeom prst="rect">
            <a:avLst/>
          </a:prstGeom>
          <a:solidFill>
            <a:srgbClr val="131B2E"/>
          </a:solidFill>
          <a:ln w="9525">
            <a:solidFill>
              <a:srgbClr val="24314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505950" y="2362200"/>
            <a:ext cx="2038350" cy="203835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58F2DFF-F8D3-4C6A-893C-DF1D8403666A}"/>
              </a:ext>
            </a:extLst>
          </p:cNvPr>
          <p:cNvSpPr>
            <a:spLocks noGrp="1"/>
          </p:cNvSpPr>
          <p:nvPr/>
        </p:nvSpPr>
        <p:spPr>
          <a:xfrm>
            <a:off x="9544050" y="4629150"/>
            <a:ext cx="1962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Bad crop high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AAC5A7-2366-4A05-B70A-3FBEC70A01B0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8375E3-6762-4F35-B964-B9A0D1D31DDC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10496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Flou gaussien : verifie la sensibilite de la nettete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AC4A76-2FC9-40FA-9909-319CE7E599A4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7FCEB5-CF35-4C28-A924-B0D93DEC5F2D}"/>
              </a:ext>
            </a:extLst>
          </p:cNvPr>
          <p:cNvSpPr>
            <a:spLocks noGrp="1"/>
          </p:cNvSpPr>
          <p:nvPr/>
        </p:nvSpPr>
        <p:spPr>
          <a:xfrm>
            <a:off x="857250" y="5600700"/>
            <a:ext cx="10496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Sous/sur-exposition : verifie l'exposition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EB039A-E153-4AA3-9706-9CF1BB77160A}"/>
              </a:ext>
            </a:extLst>
          </p:cNvPr>
          <p:cNvSpPr>
            <a:spLocks noGrp="1"/>
          </p:cNvSpPr>
          <p:nvPr/>
        </p:nvSpPr>
        <p:spPr>
          <a:xfrm>
            <a:off x="685800" y="59245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7EDE1C-42BA-4ACD-920E-83600779D937}"/>
              </a:ext>
            </a:extLst>
          </p:cNvPr>
          <p:cNvSpPr>
            <a:spLocks noGrp="1"/>
          </p:cNvSpPr>
          <p:nvPr/>
        </p:nvSpPr>
        <p:spPr>
          <a:xfrm>
            <a:off x="857250" y="5867400"/>
            <a:ext cx="10496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Mauvais recadrage et lowres : verifient la resolution utile et le cadrage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CC990B-6ABD-4334-8794-F024D71ABD1B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49C56B-6E67-432F-A041-7235E1DCD5C0}"/>
              </a:ext>
            </a:extLst>
          </p:cNvPr>
          <p:cNvSpPr>
            <a:spLocks noGrp="1"/>
          </p:cNvSpPr>
          <p:nvPr/>
        </p:nvSpPr>
        <p:spPr>
          <a:xfrm>
            <a:off x="857250" y="6134100"/>
            <a:ext cx="10496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Compression JPEG : simule des artefacts de sauvegarde ou reupload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9FA6183-F30C-4163-99F4-DA284082A4FA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88542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385B19C-59B0-4118-99CB-67FC579DDC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 w="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E6F937-C066-4A75-A1C5-49F6532969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D2A602-B767-412E-8DE2-2096BB514B04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PROTOCOLE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46FC59-6904-40EC-97C2-C68A1BB63B64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0858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Protocole d'evaluation experimental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AB2147-B508-4C2F-9935-1670BF102FBF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028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projet combine une validation automatique ciblee et une validation humaine finale.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612E05-8AE4-42E7-B04F-970903615509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3429000" cy="23812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066C9D-D5C3-410A-85CD-ACCEF8241BB7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Evaluation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C52837-9654-4B7F-B810-569BA015DBA6}"/>
              </a:ext>
            </a:extLst>
          </p:cNvPr>
          <p:cNvSpPr>
            <a:spLocks noGrp="1"/>
          </p:cNvSpPr>
          <p:nvPr/>
        </p:nvSpPr>
        <p:spPr>
          <a:xfrm>
            <a:off x="7048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F083A8-E026-4172-B350-4362819FA751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Comparer chaque image degradee a son image propre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DA66BC-6C88-4008-97CE-C57F77284737}"/>
              </a:ext>
            </a:extLst>
          </p:cNvPr>
          <p:cNvSpPr>
            <a:spLocks noGrp="1"/>
          </p:cNvSpPr>
          <p:nvPr/>
        </p:nvSpPr>
        <p:spPr>
          <a:xfrm>
            <a:off x="704850" y="3084558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369538-5F35-4B83-A5D6-611CE01C658D}"/>
              </a:ext>
            </a:extLst>
          </p:cNvPr>
          <p:cNvSpPr>
            <a:spLocks noGrp="1"/>
          </p:cNvSpPr>
          <p:nvPr/>
        </p:nvSpPr>
        <p:spPr>
          <a:xfrm>
            <a:off x="876300" y="3027408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Mesurer si le bon critere chute reellement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2B9982-F2EB-499F-B38B-D91BABDB3FDF}"/>
              </a:ext>
            </a:extLst>
          </p:cNvPr>
          <p:cNvSpPr>
            <a:spLocks noGrp="1"/>
          </p:cNvSpPr>
          <p:nvPr/>
        </p:nvSpPr>
        <p:spPr>
          <a:xfrm>
            <a:off x="704850" y="3458352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430E63-E008-4211-B2CB-B7B518179067}"/>
              </a:ext>
            </a:extLst>
          </p:cNvPr>
          <p:cNvSpPr>
            <a:spLocks noGrp="1"/>
          </p:cNvSpPr>
          <p:nvPr/>
        </p:nvSpPr>
        <p:spPr>
          <a:xfrm>
            <a:off x="876300" y="3401202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Exporter des tableaux de sensibilite par degradation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44DE1D-F5B4-4952-B853-FF857197D7C2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3429000" cy="23812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F7F6B3-E60A-42AE-B7B8-313F2C9BB6B4}"/>
              </a:ext>
            </a:extLst>
          </p:cNvPr>
          <p:cNvSpPr>
            <a:spLocks noGrp="1"/>
          </p:cNvSpPr>
          <p:nvPr/>
        </p:nvSpPr>
        <p:spPr>
          <a:xfrm>
            <a:off x="4552950" y="22479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Evaluation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DB2A1C-8BD4-4B91-A099-44F4ABD87558}"/>
              </a:ext>
            </a:extLst>
          </p:cNvPr>
          <p:cNvSpPr>
            <a:spLocks noGrp="1"/>
          </p:cNvSpPr>
          <p:nvPr/>
        </p:nvSpPr>
        <p:spPr>
          <a:xfrm>
            <a:off x="45529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53BF35-9984-4EA2-BD9E-E1FA35EAD0B1}"/>
              </a:ext>
            </a:extLst>
          </p:cNvPr>
          <p:cNvSpPr>
            <a:spLocks noGrp="1"/>
          </p:cNvSpPr>
          <p:nvPr/>
        </p:nvSpPr>
        <p:spPr>
          <a:xfrm>
            <a:off x="4724400" y="26289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Selection de 50 images pour annotation humaine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3D6837-03BA-49B1-9D94-3C0A6064060E}"/>
              </a:ext>
            </a:extLst>
          </p:cNvPr>
          <p:cNvSpPr>
            <a:spLocks noGrp="1"/>
          </p:cNvSpPr>
          <p:nvPr/>
        </p:nvSpPr>
        <p:spPr>
          <a:xfrm>
            <a:off x="4552950" y="3084558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195E41-3B06-4E94-B731-2C9027A4CDBF}"/>
              </a:ext>
            </a:extLst>
          </p:cNvPr>
          <p:cNvSpPr>
            <a:spLocks noGrp="1"/>
          </p:cNvSpPr>
          <p:nvPr/>
        </p:nvSpPr>
        <p:spPr>
          <a:xfrm>
            <a:off x="4724400" y="3027408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Score humain renseigne manuellement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BBEC05-31B5-4F9B-A2E7-4BBA796DBE1D}"/>
              </a:ext>
            </a:extLst>
          </p:cNvPr>
          <p:cNvSpPr>
            <a:spLocks noGrp="1"/>
          </p:cNvSpPr>
          <p:nvPr/>
        </p:nvSpPr>
        <p:spPr>
          <a:xfrm>
            <a:off x="4552950" y="3458352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A22B65-90DA-4560-B0EF-20A6DC03DE90}"/>
              </a:ext>
            </a:extLst>
          </p:cNvPr>
          <p:cNvSpPr>
            <a:spLocks noGrp="1"/>
          </p:cNvSpPr>
          <p:nvPr/>
        </p:nvSpPr>
        <p:spPr>
          <a:xfrm>
            <a:off x="4724400" y="3401202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Calcul de la corrrelation de Spearman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0E2A21-67A7-4169-9578-A469AC707D8C}"/>
              </a:ext>
            </a:extLst>
          </p:cNvPr>
          <p:cNvSpPr>
            <a:spLocks noGrp="1"/>
          </p:cNvSpPr>
          <p:nvPr/>
        </p:nvSpPr>
        <p:spPr>
          <a:xfrm>
            <a:off x="8229600" y="2095500"/>
            <a:ext cx="3429000" cy="23812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E04EA9-A060-4BED-A140-8F4B0C303189}"/>
              </a:ext>
            </a:extLst>
          </p:cNvPr>
          <p:cNvSpPr>
            <a:spLocks noGrp="1"/>
          </p:cNvSpPr>
          <p:nvPr/>
        </p:nvSpPr>
        <p:spPr>
          <a:xfrm>
            <a:off x="8401050" y="22479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Objectif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A53EAC-E52F-47E3-BFDA-FC612E5F4C7F}"/>
              </a:ext>
            </a:extLst>
          </p:cNvPr>
          <p:cNvSpPr>
            <a:spLocks noGrp="1"/>
          </p:cNvSpPr>
          <p:nvPr/>
        </p:nvSpPr>
        <p:spPr>
          <a:xfrm>
            <a:off x="84010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C34328-8D43-41BE-8FF9-55614C50F0A2}"/>
              </a:ext>
            </a:extLst>
          </p:cNvPr>
          <p:cNvSpPr>
            <a:spLocks noGrp="1"/>
          </p:cNvSpPr>
          <p:nvPr/>
        </p:nvSpPr>
        <p:spPr>
          <a:xfrm>
            <a:off x="8572500" y="26289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Montrer que le systeme detecte bien certains defauts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EABB147-1FF9-4103-9FBF-4F99D4801603}"/>
              </a:ext>
            </a:extLst>
          </p:cNvPr>
          <p:cNvSpPr>
            <a:spLocks noGrp="1"/>
          </p:cNvSpPr>
          <p:nvPr/>
        </p:nvSpPr>
        <p:spPr>
          <a:xfrm>
            <a:off x="8401050" y="3084558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7AE439-65A8-4512-BE28-F1B0D734A0F2}"/>
              </a:ext>
            </a:extLst>
          </p:cNvPr>
          <p:cNvSpPr>
            <a:spLocks noGrp="1"/>
          </p:cNvSpPr>
          <p:nvPr/>
        </p:nvSpPr>
        <p:spPr>
          <a:xfrm>
            <a:off x="8572500" y="3027408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Montrer que son score reste lie au jugement humain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F7A119-D5EA-4077-8760-5035E0487BD2}"/>
              </a:ext>
            </a:extLst>
          </p:cNvPr>
          <p:cNvSpPr>
            <a:spLocks noGrp="1"/>
          </p:cNvSpPr>
          <p:nvPr/>
        </p:nvSpPr>
        <p:spPr>
          <a:xfrm>
            <a:off x="8401050" y="3458352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E34CA92-AD09-466F-BE72-21129A1CD8E4}"/>
              </a:ext>
            </a:extLst>
          </p:cNvPr>
          <p:cNvSpPr>
            <a:spLocks noGrp="1"/>
          </p:cNvSpPr>
          <p:nvPr/>
        </p:nvSpPr>
        <p:spPr>
          <a:xfrm>
            <a:off x="8572500" y="3401202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Assumer les limites de l'approche zero-shot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AF66CE-6B17-45C5-91CD-3C4F455F0F27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97194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7E1781A-806D-439A-B025-12BB23CEBE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1B2E"/>
          </a:solidFill>
          <a:ln w="0">
            <a:solidFill>
              <a:srgbClr val="131B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2517B5-32D6-4FB0-950A-1F5196BF47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3590D3-916F-41D5-B46A-405DA4FDBFB1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RESULTATS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79EE9F-1F5F-410D-A890-0F0020278BBC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0858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Sensibilite par critere : ce que le systeme detecte bien ou mal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E8E3A4-9010-44B8-9617-CA5D23BD7E60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028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tableau suivant resume la baisse moyenne du bon critere sur les images degradees.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67ECC8-EEF1-4642-8B2C-E5510741E5B3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190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blur -&gt; sharpness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C9F78B-7D3F-4B38-BFBB-021A3C502F57}"/>
              </a:ext>
            </a:extLst>
          </p:cNvPr>
          <p:cNvSpPr>
            <a:spLocks noGrp="1"/>
          </p:cNvSpPr>
          <p:nvPr/>
        </p:nvSpPr>
        <p:spPr>
          <a:xfrm>
            <a:off x="2667000" y="2095500"/>
            <a:ext cx="3905250" cy="133350"/>
          </a:xfrm>
          <a:prstGeom prst="rect">
            <a:avLst/>
          </a:prstGeom>
          <a:solidFill>
            <a:srgbClr val="202B45"/>
          </a:solidFill>
          <a:ln w="0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C96038-4EDB-4587-A3D0-6D5027F1C1D6}"/>
              </a:ext>
            </a:extLst>
          </p:cNvPr>
          <p:cNvSpPr>
            <a:spLocks noGrp="1"/>
          </p:cNvSpPr>
          <p:nvPr/>
        </p:nvSpPr>
        <p:spPr>
          <a:xfrm>
            <a:off x="2667000" y="2095500"/>
            <a:ext cx="3643040" cy="133350"/>
          </a:xfrm>
          <a:prstGeom prst="rect">
            <a:avLst/>
          </a:prstGeom>
          <a:solidFill>
            <a:srgbClr val="4AC27A"/>
          </a:solidFill>
          <a:ln w="0">
            <a:solidFill>
              <a:srgbClr val="4AC2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6ADFE8-C68B-4F46-AC54-AB0F4EBCB977}"/>
              </a:ext>
            </a:extLst>
          </p:cNvPr>
          <p:cNvSpPr>
            <a:spLocks noGrp="1"/>
          </p:cNvSpPr>
          <p:nvPr/>
        </p:nvSpPr>
        <p:spPr>
          <a:xfrm>
            <a:off x="6667500" y="205740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65.30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132E5E-044D-450D-BE4E-28B8EF33B57B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Tres bon resultat, quasi parfait.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210DD4-6C4C-4C67-8695-F19505E66CFD}"/>
              </a:ext>
            </a:extLst>
          </p:cNvPr>
          <p:cNvSpPr>
            <a:spLocks noGrp="1"/>
          </p:cNvSpPr>
          <p:nvPr/>
        </p:nvSpPr>
        <p:spPr>
          <a:xfrm>
            <a:off x="666750" y="2628900"/>
            <a:ext cx="190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lowres -&gt; effective_resolution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F3DBF6-A1B2-43F3-B7DF-E5B63D62451B}"/>
              </a:ext>
            </a:extLst>
          </p:cNvPr>
          <p:cNvSpPr>
            <a:spLocks noGrp="1"/>
          </p:cNvSpPr>
          <p:nvPr/>
        </p:nvSpPr>
        <p:spPr>
          <a:xfrm>
            <a:off x="2667000" y="2647950"/>
            <a:ext cx="3905250" cy="133350"/>
          </a:xfrm>
          <a:prstGeom prst="rect">
            <a:avLst/>
          </a:prstGeom>
          <a:solidFill>
            <a:srgbClr val="202B45"/>
          </a:solidFill>
          <a:ln w="0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E91EBE-23C7-450F-83DA-846D2BE1B1DD}"/>
              </a:ext>
            </a:extLst>
          </p:cNvPr>
          <p:cNvSpPr>
            <a:spLocks noGrp="1"/>
          </p:cNvSpPr>
          <p:nvPr/>
        </p:nvSpPr>
        <p:spPr>
          <a:xfrm>
            <a:off x="2667000" y="2647950"/>
            <a:ext cx="1168786" cy="133350"/>
          </a:xfrm>
          <a:prstGeom prst="rect">
            <a:avLst/>
          </a:prstGeom>
          <a:solidFill>
            <a:srgbClr val="6DA6FF"/>
          </a:solidFill>
          <a:ln w="0">
            <a:solidFill>
              <a:srgbClr val="6DA6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30D237-737A-407A-A569-CF4C01E79D23}"/>
              </a:ext>
            </a:extLst>
          </p:cNvPr>
          <p:cNvSpPr>
            <a:spLocks noGrp="1"/>
          </p:cNvSpPr>
          <p:nvPr/>
        </p:nvSpPr>
        <p:spPr>
          <a:xfrm>
            <a:off x="6667500" y="260985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20.95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3FB6F2-110C-4072-93FB-3FAB247A7F6A}"/>
              </a:ext>
            </a:extLst>
          </p:cNvPr>
          <p:cNvSpPr>
            <a:spLocks noGrp="1"/>
          </p:cNvSpPr>
          <p:nvPr/>
        </p:nvSpPr>
        <p:spPr>
          <a:xfrm>
            <a:off x="3429000" y="281940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Bonne sensibilite apres recalibration.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712B85-3CA6-4B8B-A913-860265F351A6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90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bad_crop -&gt; effective_resolution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797B81-FA7D-4CDD-BE3E-754148CBEB13}"/>
              </a:ext>
            </a:extLst>
          </p:cNvPr>
          <p:cNvSpPr>
            <a:spLocks noGrp="1"/>
          </p:cNvSpPr>
          <p:nvPr/>
        </p:nvSpPr>
        <p:spPr>
          <a:xfrm>
            <a:off x="2667000" y="3200400"/>
            <a:ext cx="3905250" cy="133350"/>
          </a:xfrm>
          <a:prstGeom prst="rect">
            <a:avLst/>
          </a:prstGeom>
          <a:solidFill>
            <a:srgbClr val="202B45"/>
          </a:solidFill>
          <a:ln w="0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5EB76A-506C-4829-B21E-CEBF300CE346}"/>
              </a:ext>
            </a:extLst>
          </p:cNvPr>
          <p:cNvSpPr>
            <a:spLocks noGrp="1"/>
          </p:cNvSpPr>
          <p:nvPr/>
        </p:nvSpPr>
        <p:spPr>
          <a:xfrm>
            <a:off x="2667000" y="3200400"/>
            <a:ext cx="792208" cy="133350"/>
          </a:xfrm>
          <a:prstGeom prst="rect">
            <a:avLst/>
          </a:prstGeom>
          <a:solidFill>
            <a:srgbClr val="F0C85A"/>
          </a:solidFill>
          <a:ln w="0">
            <a:solidFill>
              <a:srgbClr val="F0C8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A3C3C4-FFDA-4BEF-8AFA-F6CCD6A8BCE0}"/>
              </a:ext>
            </a:extLst>
          </p:cNvPr>
          <p:cNvSpPr>
            <a:spLocks noGrp="1"/>
          </p:cNvSpPr>
          <p:nvPr/>
        </p:nvSpPr>
        <p:spPr>
          <a:xfrm>
            <a:off x="6667500" y="3228204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14.20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E2EAD4-121E-4F3B-A540-C1780917D7C3}"/>
              </a:ext>
            </a:extLst>
          </p:cNvPr>
          <p:cNvSpPr>
            <a:spLocks noGrp="1"/>
          </p:cNvSpPr>
          <p:nvPr/>
        </p:nvSpPr>
        <p:spPr>
          <a:xfrm>
            <a:off x="3429000" y="33718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Sensibilite correcte mais perfectible.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15E36F-E462-4F9B-8073-D30CD65EAE47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190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overexposure -&gt; exposure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21A5B7-5193-4928-AD80-AD884CDD6A67}"/>
              </a:ext>
            </a:extLst>
          </p:cNvPr>
          <p:cNvSpPr>
            <a:spLocks noGrp="1"/>
          </p:cNvSpPr>
          <p:nvPr/>
        </p:nvSpPr>
        <p:spPr>
          <a:xfrm>
            <a:off x="2667000" y="3752850"/>
            <a:ext cx="3905250" cy="133350"/>
          </a:xfrm>
          <a:prstGeom prst="rect">
            <a:avLst/>
          </a:prstGeom>
          <a:solidFill>
            <a:srgbClr val="202B45"/>
          </a:solidFill>
          <a:ln w="0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05299D-71D1-470D-8667-2333519190C0}"/>
              </a:ext>
            </a:extLst>
          </p:cNvPr>
          <p:cNvSpPr>
            <a:spLocks noGrp="1"/>
          </p:cNvSpPr>
          <p:nvPr/>
        </p:nvSpPr>
        <p:spPr>
          <a:xfrm>
            <a:off x="2667000" y="3752850"/>
            <a:ext cx="800576" cy="133350"/>
          </a:xfrm>
          <a:prstGeom prst="rect">
            <a:avLst/>
          </a:prstGeom>
          <a:solidFill>
            <a:srgbClr val="F0C85A"/>
          </a:solidFill>
          <a:ln w="0">
            <a:solidFill>
              <a:srgbClr val="F0C8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E3ACF0-F875-430E-B39E-F7B05A5CE240}"/>
              </a:ext>
            </a:extLst>
          </p:cNvPr>
          <p:cNvSpPr>
            <a:spLocks noGrp="1"/>
          </p:cNvSpPr>
          <p:nvPr/>
        </p:nvSpPr>
        <p:spPr>
          <a:xfrm>
            <a:off x="6667500" y="371475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14.35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8728F6-2A42-4E75-83A6-CEBE5C20BE64}"/>
              </a:ext>
            </a:extLst>
          </p:cNvPr>
          <p:cNvSpPr>
            <a:spLocks noGrp="1"/>
          </p:cNvSpPr>
          <p:nvPr/>
        </p:nvSpPr>
        <p:spPr>
          <a:xfrm>
            <a:off x="3429000" y="392430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Resultat moyen.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AE6401-B02D-4F4F-910B-90CF711DC293}"/>
              </a:ext>
            </a:extLst>
          </p:cNvPr>
          <p:cNvSpPr>
            <a:spLocks noGrp="1"/>
          </p:cNvSpPr>
          <p:nvPr/>
        </p:nvSpPr>
        <p:spPr>
          <a:xfrm>
            <a:off x="666750" y="4286250"/>
            <a:ext cx="190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jpeg -&gt; sharpness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A33B3F-8957-4A08-AF4F-FD4B40B48AD7}"/>
              </a:ext>
            </a:extLst>
          </p:cNvPr>
          <p:cNvSpPr>
            <a:spLocks noGrp="1"/>
          </p:cNvSpPr>
          <p:nvPr/>
        </p:nvSpPr>
        <p:spPr>
          <a:xfrm>
            <a:off x="2667000" y="4305300"/>
            <a:ext cx="3905250" cy="133350"/>
          </a:xfrm>
          <a:prstGeom prst="rect">
            <a:avLst/>
          </a:prstGeom>
          <a:solidFill>
            <a:srgbClr val="202B45"/>
          </a:solidFill>
          <a:ln w="0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6C768F3-1408-4D28-B83D-5BB6A9A1C961}"/>
              </a:ext>
            </a:extLst>
          </p:cNvPr>
          <p:cNvSpPr>
            <a:spLocks noGrp="1"/>
          </p:cNvSpPr>
          <p:nvPr/>
        </p:nvSpPr>
        <p:spPr>
          <a:xfrm>
            <a:off x="2667000" y="4305300"/>
            <a:ext cx="331946" cy="133350"/>
          </a:xfrm>
          <a:prstGeom prst="rect">
            <a:avLst/>
          </a:prstGeom>
          <a:solidFill>
            <a:srgbClr val="E66969"/>
          </a:solidFill>
          <a:ln w="0">
            <a:solidFill>
              <a:srgbClr val="E669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FC2693-15BC-4B64-9538-8A83C7E2AF43}"/>
              </a:ext>
            </a:extLst>
          </p:cNvPr>
          <p:cNvSpPr>
            <a:spLocks noGrp="1"/>
          </p:cNvSpPr>
          <p:nvPr/>
        </p:nvSpPr>
        <p:spPr>
          <a:xfrm>
            <a:off x="6667500" y="426720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5.95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5B47EBA-8FCE-4D5D-B973-B764AFE6A515}"/>
              </a:ext>
            </a:extLst>
          </p:cNvPr>
          <p:cNvSpPr>
            <a:spLocks noGrp="1"/>
          </p:cNvSpPr>
          <p:nvPr/>
        </p:nvSpPr>
        <p:spPr>
          <a:xfrm>
            <a:off x="3429000" y="44767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Impact faible sur la moyenne.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08D889D-91FA-4E8E-B674-AFD49D0C5888}"/>
              </a:ext>
            </a:extLst>
          </p:cNvPr>
          <p:cNvSpPr>
            <a:spLocks noGrp="1"/>
          </p:cNvSpPr>
          <p:nvPr/>
        </p:nvSpPr>
        <p:spPr>
          <a:xfrm>
            <a:off x="666750" y="4838700"/>
            <a:ext cx="190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underexposure -&gt; exposure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3D2CBA7-E295-4570-A22A-9C11589EA4E0}"/>
              </a:ext>
            </a:extLst>
          </p:cNvPr>
          <p:cNvSpPr>
            <a:spLocks noGrp="1"/>
          </p:cNvSpPr>
          <p:nvPr/>
        </p:nvSpPr>
        <p:spPr>
          <a:xfrm>
            <a:off x="2667000" y="4857750"/>
            <a:ext cx="3905250" cy="133350"/>
          </a:xfrm>
          <a:prstGeom prst="rect">
            <a:avLst/>
          </a:prstGeom>
          <a:solidFill>
            <a:srgbClr val="202B45"/>
          </a:solidFill>
          <a:ln w="0">
            <a:solidFill>
              <a:srgbClr val="202B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D8E8332-8DE0-4856-BB84-4E2B7240C604}"/>
              </a:ext>
            </a:extLst>
          </p:cNvPr>
          <p:cNvSpPr>
            <a:spLocks noGrp="1"/>
          </p:cNvSpPr>
          <p:nvPr/>
        </p:nvSpPr>
        <p:spPr>
          <a:xfrm>
            <a:off x="2667000" y="4857750"/>
            <a:ext cx="76200" cy="133350"/>
          </a:xfrm>
          <a:prstGeom prst="rect">
            <a:avLst/>
          </a:prstGeom>
          <a:solidFill>
            <a:srgbClr val="E66969"/>
          </a:solidFill>
          <a:ln w="0">
            <a:solidFill>
              <a:srgbClr val="E669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BCA13AA-42CE-492E-ADE7-1D7D482FA4E8}"/>
              </a:ext>
            </a:extLst>
          </p:cNvPr>
          <p:cNvSpPr>
            <a:spLocks noGrp="1"/>
          </p:cNvSpPr>
          <p:nvPr/>
        </p:nvSpPr>
        <p:spPr>
          <a:xfrm>
            <a:off x="6667500" y="481965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-6.99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C7428A2-D99C-41BD-B50C-F92AF216136B}"/>
              </a:ext>
            </a:extLst>
          </p:cNvPr>
          <p:cNvSpPr>
            <a:spLocks noGrp="1"/>
          </p:cNvSpPr>
          <p:nvPr/>
        </p:nvSpPr>
        <p:spPr>
          <a:xfrm>
            <a:off x="3429000" y="502920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E89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89A6"/>
                </a:solidFill>
                <a:latin typeface="Aptos"/>
                <a:ea typeface="Aptos"/>
                <a:cs typeface="Aptos"/>
              </a:rPr>
              <a:t>Critere encore fragile dans ce cas.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0E572F7-2522-416F-ACCE-33504388F1D7}"/>
              </a:ext>
            </a:extLst>
          </p:cNvPr>
          <p:cNvSpPr>
            <a:spLocks noGrp="1"/>
          </p:cNvSpPr>
          <p:nvPr/>
        </p:nvSpPr>
        <p:spPr>
          <a:xfrm>
            <a:off x="5905500" y="2095500"/>
            <a:ext cx="5619750" cy="33337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77C442A-1F61-42BF-A439-95DD102E2A85}"/>
              </a:ext>
            </a:extLst>
          </p:cNvPr>
          <p:cNvSpPr>
            <a:spLocks noGrp="1"/>
          </p:cNvSpPr>
          <p:nvPr/>
        </p:nvSpPr>
        <p:spPr>
          <a:xfrm>
            <a:off x="6076950" y="2247900"/>
            <a:ext cx="527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Lecture du resultat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DCBDE21-5637-4DFA-BBF4-A01DA62BCAA5}"/>
              </a:ext>
            </a:extLst>
          </p:cNvPr>
          <p:cNvSpPr>
            <a:spLocks noGrp="1"/>
          </p:cNvSpPr>
          <p:nvPr/>
        </p:nvSpPr>
        <p:spPr>
          <a:xfrm>
            <a:off x="60769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01F8462-2660-4405-A169-0E9F99952DE7}"/>
              </a:ext>
            </a:extLst>
          </p:cNvPr>
          <p:cNvSpPr>
            <a:spLocks noGrp="1"/>
          </p:cNvSpPr>
          <p:nvPr/>
        </p:nvSpPr>
        <p:spPr>
          <a:xfrm>
            <a:off x="6248400" y="2628900"/>
            <a:ext cx="5105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flou est la degradation la mieux capturee par le systeme.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CD1D8F5-C141-4748-9AE5-9F8FC9F3CDB3}"/>
              </a:ext>
            </a:extLst>
          </p:cNvPr>
          <p:cNvSpPr>
            <a:spLocks noGrp="1"/>
          </p:cNvSpPr>
          <p:nvPr/>
        </p:nvSpPr>
        <p:spPr>
          <a:xfrm>
            <a:off x="607695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088DC68-F12A-42B1-A19E-5EF3372B7B48}"/>
              </a:ext>
            </a:extLst>
          </p:cNvPr>
          <p:cNvSpPr>
            <a:spLocks noGrp="1"/>
          </p:cNvSpPr>
          <p:nvPr/>
        </p:nvSpPr>
        <p:spPr>
          <a:xfrm>
            <a:off x="6248400" y="2895600"/>
            <a:ext cx="5105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lowres et le bad crop sont correctement detectes apres les derniers ajustements.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F628E79-CEF2-493F-AB9A-0A7F6541F779}"/>
              </a:ext>
            </a:extLst>
          </p:cNvPr>
          <p:cNvSpPr>
            <a:spLocks noGrp="1"/>
          </p:cNvSpPr>
          <p:nvPr/>
        </p:nvSpPr>
        <p:spPr>
          <a:xfrm>
            <a:off x="6076950" y="3285354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0446659-1DCF-4DE8-A82F-5B13C91FC521}"/>
              </a:ext>
            </a:extLst>
          </p:cNvPr>
          <p:cNvSpPr>
            <a:spLocks noGrp="1"/>
          </p:cNvSpPr>
          <p:nvPr/>
        </p:nvSpPr>
        <p:spPr>
          <a:xfrm>
            <a:off x="6248400" y="3228204"/>
            <a:ext cx="5105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L'exposition reste plus delicate, surtout pour la sous-exposition.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0B07873-333B-4701-9E97-7B2771803497}"/>
              </a:ext>
            </a:extLst>
          </p:cNvPr>
          <p:cNvSpPr>
            <a:spLocks noGrp="1"/>
          </p:cNvSpPr>
          <p:nvPr/>
        </p:nvSpPr>
        <p:spPr>
          <a:xfrm>
            <a:off x="6076950" y="3552054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DD47D7F-510D-44D1-9787-6317376334A8}"/>
              </a:ext>
            </a:extLst>
          </p:cNvPr>
          <p:cNvSpPr>
            <a:spLocks noGrp="1"/>
          </p:cNvSpPr>
          <p:nvPr/>
        </p:nvSpPr>
        <p:spPr>
          <a:xfrm>
            <a:off x="6248400" y="3494904"/>
            <a:ext cx="5105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JPEG a un effet plus faible et moins stable sur le score de nettete.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9E3D4A8-CE1D-4C7C-A342-E0FC38E2CB16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35835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8E09AB3F-11C6-456E-B0AD-2A3507EFB6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 w="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FE2C69-41FF-4BE4-8483-35400B760F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D577F9-310C-4882-91DC-8EFBC8324724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RESULTATS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687FB3-154C-4E77-B8D6-3F5104551ADF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0858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Validation humaine finale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7C4022-9F70-4D6E-9762-2597B5A6F2D1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028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score automatique est compare a 50 jugements humains sur un echantillon d'images.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85B4BE-B95B-495F-A946-34B6E1E60F1D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5334000" cy="3429000"/>
          </a:xfrm>
          <a:prstGeom prst="rect">
            <a:avLst/>
          </a:prstGeom>
          <a:solidFill>
            <a:srgbClr val="131B2E"/>
          </a:solidFill>
          <a:ln w="9525">
            <a:solidFill>
              <a:srgbClr val="24314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40155" y="2076450"/>
            <a:ext cx="4187190" cy="29908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C4A7AE6-E0C3-47B4-BCB9-26FC05799A3E}"/>
              </a:ext>
            </a:extLst>
          </p:cNvPr>
          <p:cNvSpPr>
            <a:spLocks noGrp="1"/>
          </p:cNvSpPr>
          <p:nvPr/>
        </p:nvSpPr>
        <p:spPr>
          <a:xfrm>
            <a:off x="781050" y="5105400"/>
            <a:ext cx="5105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Graphe de corrrelation Spearman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F0EDB6-086C-4F2F-B604-96EA0E07142C}"/>
              </a:ext>
            </a:extLst>
          </p:cNvPr>
          <p:cNvSpPr>
            <a:spLocks noGrp="1"/>
          </p:cNvSpPr>
          <p:nvPr/>
        </p:nvSpPr>
        <p:spPr>
          <a:xfrm>
            <a:off x="6667500" y="2171700"/>
            <a:ext cx="2095500" cy="10477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48924D-1861-41E0-97D8-00F1E9FF4B30}"/>
              </a:ext>
            </a:extLst>
          </p:cNvPr>
          <p:cNvSpPr>
            <a:spLocks noGrp="1"/>
          </p:cNvSpPr>
          <p:nvPr/>
        </p:nvSpPr>
        <p:spPr>
          <a:xfrm>
            <a:off x="6838950" y="2343150"/>
            <a:ext cx="1752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D3A96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3A96A"/>
                </a:solidFill>
                <a:latin typeface="Aptos Display"/>
                <a:ea typeface="Aptos Display"/>
                <a:cs typeface="Aptos Display"/>
              </a:rPr>
              <a:t>50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ECDAA9-6BFE-41C6-8078-7DAD1771610D}"/>
              </a:ext>
            </a:extLst>
          </p:cNvPr>
          <p:cNvSpPr>
            <a:spLocks noGrp="1"/>
          </p:cNvSpPr>
          <p:nvPr/>
        </p:nvSpPr>
        <p:spPr>
          <a:xfrm>
            <a:off x="6838950" y="2800350"/>
            <a:ext cx="1752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annotations humaines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E92B9F-1876-45DC-B48C-60BA64795245}"/>
              </a:ext>
            </a:extLst>
          </p:cNvPr>
          <p:cNvSpPr>
            <a:spLocks noGrp="1"/>
          </p:cNvSpPr>
          <p:nvPr/>
        </p:nvSpPr>
        <p:spPr>
          <a:xfrm>
            <a:off x="9144000" y="2171700"/>
            <a:ext cx="2095500" cy="10477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427739-D89C-4941-9902-A984EC33B646}"/>
              </a:ext>
            </a:extLst>
          </p:cNvPr>
          <p:cNvSpPr>
            <a:spLocks noGrp="1"/>
          </p:cNvSpPr>
          <p:nvPr/>
        </p:nvSpPr>
        <p:spPr>
          <a:xfrm>
            <a:off x="9315450" y="2343150"/>
            <a:ext cx="1752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6DA6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6DA6FF"/>
                </a:solidFill>
                <a:latin typeface="Aptos Display"/>
                <a:ea typeface="Aptos Display"/>
                <a:cs typeface="Aptos Display"/>
              </a:rPr>
              <a:t>0.7122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E9582D-5817-469D-827A-33C282D4185A}"/>
              </a:ext>
            </a:extLst>
          </p:cNvPr>
          <p:cNvSpPr>
            <a:spLocks noGrp="1"/>
          </p:cNvSpPr>
          <p:nvPr/>
        </p:nvSpPr>
        <p:spPr>
          <a:xfrm>
            <a:off x="9315450" y="2800350"/>
            <a:ext cx="1752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Spearman rho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E59E0E-D2F6-4DFA-B218-36EBFE55EAC4}"/>
              </a:ext>
            </a:extLst>
          </p:cNvPr>
          <p:cNvSpPr>
            <a:spLocks noGrp="1"/>
          </p:cNvSpPr>
          <p:nvPr/>
        </p:nvSpPr>
        <p:spPr>
          <a:xfrm>
            <a:off x="6667500" y="3448050"/>
            <a:ext cx="2095500" cy="10477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166DBF-49F7-44AB-8EE8-C284D07EAF19}"/>
              </a:ext>
            </a:extLst>
          </p:cNvPr>
          <p:cNvSpPr>
            <a:spLocks noGrp="1"/>
          </p:cNvSpPr>
          <p:nvPr/>
        </p:nvSpPr>
        <p:spPr>
          <a:xfrm>
            <a:off x="6838950" y="3619500"/>
            <a:ext cx="1752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4AC27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4AC27A"/>
                </a:solidFill>
                <a:latin typeface="Aptos Display"/>
                <a:ea typeface="Aptos Display"/>
                <a:cs typeface="Aptos Display"/>
              </a:rPr>
              <a:t>6.64e-09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9C85B2-A46B-4238-8DF0-83F92E6B19BF}"/>
              </a:ext>
            </a:extLst>
          </p:cNvPr>
          <p:cNvSpPr>
            <a:spLocks noGrp="1"/>
          </p:cNvSpPr>
          <p:nvPr/>
        </p:nvSpPr>
        <p:spPr>
          <a:xfrm>
            <a:off x="6838950" y="4076700"/>
            <a:ext cx="1752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p-value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7857CE-630B-44C8-900A-2982BB32F486}"/>
              </a:ext>
            </a:extLst>
          </p:cNvPr>
          <p:cNvSpPr>
            <a:spLocks noGrp="1"/>
          </p:cNvSpPr>
          <p:nvPr/>
        </p:nvSpPr>
        <p:spPr>
          <a:xfrm>
            <a:off x="9144000" y="3448050"/>
            <a:ext cx="2095500" cy="10477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E38951-7605-46F3-9F42-085722087E58}"/>
              </a:ext>
            </a:extLst>
          </p:cNvPr>
          <p:cNvSpPr>
            <a:spLocks noGrp="1"/>
          </p:cNvSpPr>
          <p:nvPr/>
        </p:nvSpPr>
        <p:spPr>
          <a:xfrm>
            <a:off x="9315450" y="3619500"/>
            <a:ext cx="1752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0C85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0C85A"/>
                </a:solidFill>
                <a:latin typeface="Aptos Display"/>
                <a:ea typeface="Aptos Display"/>
                <a:cs typeface="Aptos Display"/>
              </a:rPr>
              <a:t>significatif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A547B0-0E71-484C-8421-8B85180F77F9}"/>
              </a:ext>
            </a:extLst>
          </p:cNvPr>
          <p:cNvSpPr>
            <a:spLocks noGrp="1"/>
          </p:cNvSpPr>
          <p:nvPr/>
        </p:nvSpPr>
        <p:spPr>
          <a:xfrm>
            <a:off x="9315450" y="4076700"/>
            <a:ext cx="1752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statut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649451-AE64-4E0D-A598-F8E7995FA5EE}"/>
              </a:ext>
            </a:extLst>
          </p:cNvPr>
          <p:cNvSpPr>
            <a:spLocks noGrp="1"/>
          </p:cNvSpPr>
          <p:nvPr/>
        </p:nvSpPr>
        <p:spPr>
          <a:xfrm>
            <a:off x="6438900" y="4972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84AA59-90DE-42E5-B974-DCFACF62E86F}"/>
              </a:ext>
            </a:extLst>
          </p:cNvPr>
          <p:cNvSpPr>
            <a:spLocks noGrp="1"/>
          </p:cNvSpPr>
          <p:nvPr/>
        </p:nvSpPr>
        <p:spPr>
          <a:xfrm>
            <a:off x="6610350" y="4914900"/>
            <a:ext cx="4781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score automatique suit nettement le jugement humain sur l'echantillon annote.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750B00-C07F-4BD6-B2E0-8888E649D841}"/>
              </a:ext>
            </a:extLst>
          </p:cNvPr>
          <p:cNvSpPr>
            <a:spLocks noGrp="1"/>
          </p:cNvSpPr>
          <p:nvPr/>
        </p:nvSpPr>
        <p:spPr>
          <a:xfrm>
            <a:off x="6438900" y="538137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E3FC30A-9CB8-447B-91BE-D20445C0D92C}"/>
              </a:ext>
            </a:extLst>
          </p:cNvPr>
          <p:cNvSpPr>
            <a:spLocks noGrp="1"/>
          </p:cNvSpPr>
          <p:nvPr/>
        </p:nvSpPr>
        <p:spPr>
          <a:xfrm>
            <a:off x="6610350" y="5324220"/>
            <a:ext cx="4781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La corrrelation est positive et statistiquement tres significative.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98FB82-3517-4B29-80E4-0A52E39738CA}"/>
              </a:ext>
            </a:extLst>
          </p:cNvPr>
          <p:cNvSpPr>
            <a:spLocks noGrp="1"/>
          </p:cNvSpPr>
          <p:nvPr/>
        </p:nvSpPr>
        <p:spPr>
          <a:xfrm>
            <a:off x="6438900" y="566712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202EFB-E030-4359-86CE-6BF2EABC6BAF}"/>
              </a:ext>
            </a:extLst>
          </p:cNvPr>
          <p:cNvSpPr>
            <a:spLocks noGrp="1"/>
          </p:cNvSpPr>
          <p:nvPr/>
        </p:nvSpPr>
        <p:spPr>
          <a:xfrm>
            <a:off x="6610350" y="5609970"/>
            <a:ext cx="4781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resultat est fort pour un pipeline zero-shot explicable sans entrainement local.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6D5FF3-4C58-408A-A2AC-88D22FB5DA8C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12304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BD082C2-AFDC-4ACB-BD54-C542F74E71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1B2E"/>
          </a:solidFill>
          <a:ln w="0">
            <a:solidFill>
              <a:srgbClr val="131B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832C3E-7612-49F9-986D-754B41D9C1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CA6E74-8C7C-4EAC-B2FE-B195FC9B7988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CAS PRATIQUE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6205C3-443F-442F-974E-74EE7449BC2C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0858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Exemple de lecture d'une image par le systeme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FDC294-FF59-4869-9302-BCC22279FE99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028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systeme ne rend pas seulement une note : il fournit aussi une lecture interpretable du cas.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E93FEE-57AE-4919-98AD-BEB2C9D90FA6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3238500" cy="3048000"/>
          </a:xfrm>
          <a:prstGeom prst="rect">
            <a:avLst/>
          </a:prstGeom>
          <a:solidFill>
            <a:srgbClr val="131B2E"/>
          </a:solidFill>
          <a:ln w="9525">
            <a:solidFill>
              <a:srgbClr val="24314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125" y="2190750"/>
            <a:ext cx="2609850" cy="26098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E4903AB-244B-4DD7-AE94-5DE8CF36310B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3009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Exemple clothing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BA9D43-9193-450B-9D28-8B27FE0C8979}"/>
              </a:ext>
            </a:extLst>
          </p:cNvPr>
          <p:cNvSpPr>
            <a:spLocks noGrp="1"/>
          </p:cNvSpPr>
          <p:nvPr/>
        </p:nvSpPr>
        <p:spPr>
          <a:xfrm>
            <a:off x="4324350" y="2095500"/>
            <a:ext cx="3333750" cy="30480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2BEAFF-EEB5-4A08-8ABE-A29752CA2306}"/>
              </a:ext>
            </a:extLst>
          </p:cNvPr>
          <p:cNvSpPr>
            <a:spLocks noGrp="1"/>
          </p:cNvSpPr>
          <p:nvPr/>
        </p:nvSpPr>
        <p:spPr>
          <a:xfrm>
            <a:off x="4495800" y="2247900"/>
            <a:ext cx="2990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Lecture du selector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A25C99-93CE-4EBD-98F2-E0A03BB6E420}"/>
              </a:ext>
            </a:extLst>
          </p:cNvPr>
          <p:cNvSpPr>
            <a:spLocks noGrp="1"/>
          </p:cNvSpPr>
          <p:nvPr/>
        </p:nvSpPr>
        <p:spPr>
          <a:xfrm>
            <a:off x="449580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EDAB15-1AB8-45A7-9D46-CAD2864509F6}"/>
              </a:ext>
            </a:extLst>
          </p:cNvPr>
          <p:cNvSpPr>
            <a:spLocks noGrp="1"/>
          </p:cNvSpPr>
          <p:nvPr/>
        </p:nvSpPr>
        <p:spPr>
          <a:xfrm>
            <a:off x="4667250" y="2628900"/>
            <a:ext cx="2819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Plusieurs regions candidates proposees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F6C33B-A67B-4ACB-896D-9E3FE57E2D2B}"/>
              </a:ext>
            </a:extLst>
          </p:cNvPr>
          <p:cNvSpPr>
            <a:spLocks noGrp="1"/>
          </p:cNvSpPr>
          <p:nvPr/>
        </p:nvSpPr>
        <p:spPr>
          <a:xfrm>
            <a:off x="449580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D605CA-5E79-458C-8E85-5125D842EA96}"/>
              </a:ext>
            </a:extLst>
          </p:cNvPr>
          <p:cNvSpPr>
            <a:spLocks noGrp="1"/>
          </p:cNvSpPr>
          <p:nvPr/>
        </p:nvSpPr>
        <p:spPr>
          <a:xfrm>
            <a:off x="4667250" y="2895600"/>
            <a:ext cx="2819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crop final retenu est celui juge le plus coherent avec le texte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8BB963-9A94-4B08-B2B3-9A3E8256617B}"/>
              </a:ext>
            </a:extLst>
          </p:cNvPr>
          <p:cNvSpPr>
            <a:spLocks noGrp="1"/>
          </p:cNvSpPr>
          <p:nvPr/>
        </p:nvSpPr>
        <p:spPr>
          <a:xfrm>
            <a:off x="4495800" y="3334782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5B2D3A-6737-44F6-9E70-063043EFC86C}"/>
              </a:ext>
            </a:extLst>
          </p:cNvPr>
          <p:cNvSpPr>
            <a:spLocks noGrp="1"/>
          </p:cNvSpPr>
          <p:nvPr/>
        </p:nvSpPr>
        <p:spPr>
          <a:xfrm>
            <a:off x="4667250" y="3277632"/>
            <a:ext cx="2819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debug permet d'afficher les scores intermediaires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825B7F-B49D-40D8-BF61-AB32C2B91275}"/>
              </a:ext>
            </a:extLst>
          </p:cNvPr>
          <p:cNvSpPr>
            <a:spLocks noGrp="1"/>
          </p:cNvSpPr>
          <p:nvPr/>
        </p:nvSpPr>
        <p:spPr>
          <a:xfrm>
            <a:off x="7943850" y="2095500"/>
            <a:ext cx="3619500" cy="30480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33D535-953B-450E-AA3E-1A83F982F4A0}"/>
              </a:ext>
            </a:extLst>
          </p:cNvPr>
          <p:cNvSpPr>
            <a:spLocks noGrp="1"/>
          </p:cNvSpPr>
          <p:nvPr/>
        </p:nvSpPr>
        <p:spPr>
          <a:xfrm>
            <a:off x="8115300" y="224790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Lecture de l'analyzer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1FF167-DB90-4523-8638-05478A5B4B08}"/>
              </a:ext>
            </a:extLst>
          </p:cNvPr>
          <p:cNvSpPr>
            <a:spLocks noGrp="1"/>
          </p:cNvSpPr>
          <p:nvPr/>
        </p:nvSpPr>
        <p:spPr>
          <a:xfrm>
            <a:off x="811530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3B19B5-A459-4EF5-AC13-7909AB5C5F9F}"/>
              </a:ext>
            </a:extLst>
          </p:cNvPr>
          <p:cNvSpPr>
            <a:spLocks noGrp="1"/>
          </p:cNvSpPr>
          <p:nvPr/>
        </p:nvSpPr>
        <p:spPr>
          <a:xfrm>
            <a:off x="8286750" y="2628900"/>
            <a:ext cx="3105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Nettete et contraste souvent bien notes sur les bonnes images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A4EC01-AA6C-47E4-AC24-A3F37D140704}"/>
              </a:ext>
            </a:extLst>
          </p:cNvPr>
          <p:cNvSpPr>
            <a:spLocks noGrp="1"/>
          </p:cNvSpPr>
          <p:nvPr/>
        </p:nvSpPr>
        <p:spPr>
          <a:xfrm>
            <a:off x="8115300" y="307632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CE83CC-D668-42A8-82FA-3D79B3FF7AFD}"/>
              </a:ext>
            </a:extLst>
          </p:cNvPr>
          <p:cNvSpPr>
            <a:spLocks noGrp="1"/>
          </p:cNvSpPr>
          <p:nvPr/>
        </p:nvSpPr>
        <p:spPr>
          <a:xfrm>
            <a:off x="8286750" y="3010932"/>
            <a:ext cx="3105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Resolution effective et coherence sont plus discriminantes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767517-3713-4A75-80D1-154C7A3040E0}"/>
              </a:ext>
            </a:extLst>
          </p:cNvPr>
          <p:cNvSpPr>
            <a:spLocks noGrp="1"/>
          </p:cNvSpPr>
          <p:nvPr/>
        </p:nvSpPr>
        <p:spPr>
          <a:xfrm>
            <a:off x="8115300" y="3417162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CDC299-5D85-43B2-B85A-31ABC6B61DDC}"/>
              </a:ext>
            </a:extLst>
          </p:cNvPr>
          <p:cNvSpPr>
            <a:spLocks noGrp="1"/>
          </p:cNvSpPr>
          <p:nvPr/>
        </p:nvSpPr>
        <p:spPr>
          <a:xfrm>
            <a:off x="8286750" y="3360012"/>
            <a:ext cx="3105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Les conseils generes sont directement exploitables par un vendeur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91A95A-C138-40D0-83C1-711549C0F477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6772976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363A412-4B44-4AA2-B702-92ADEABBBF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 w="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6275EC-69AF-4013-B419-787E60206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A48678-4C88-4CA1-9815-EC061A7663FD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301287-5904-4C53-9883-09BA41889309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0858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Ce que montrent les resultats du projet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9BD772-3A5A-4DE8-9C6F-B49563C2C131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028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systeme est utile, interpretable et defendable, mais il ne doit pas etre survendu.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3E7E59-1D6E-4310-913E-BC25DEFC9039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3429000" cy="23812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084A06-E7E4-47DF-B38E-46D46B4FB9A2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Ce qui marche bien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40F0FF-FAD5-4ADF-B5F0-78AAE7E687AD}"/>
              </a:ext>
            </a:extLst>
          </p:cNvPr>
          <p:cNvSpPr>
            <a:spLocks noGrp="1"/>
          </p:cNvSpPr>
          <p:nvPr/>
        </p:nvSpPr>
        <p:spPr>
          <a:xfrm>
            <a:off x="7048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3AFCCD-CA99-4834-9A65-270113E43469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Architecture zero-shot operationnelle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FF8AFA-4381-477E-ADDA-F4E87820C539}"/>
              </a:ext>
            </a:extLst>
          </p:cNvPr>
          <p:cNvSpPr>
            <a:spLocks noGrp="1"/>
          </p:cNvSpPr>
          <p:nvPr/>
        </p:nvSpPr>
        <p:spPr>
          <a:xfrm>
            <a:off x="704850" y="303513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C9C37F-A0A9-42D1-A5A5-D1E9640544EB}"/>
              </a:ext>
            </a:extLst>
          </p:cNvPr>
          <p:cNvSpPr>
            <a:spLocks noGrp="1"/>
          </p:cNvSpPr>
          <p:nvPr/>
        </p:nvSpPr>
        <p:spPr>
          <a:xfrm>
            <a:off x="876300" y="297798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Selection produit + score qualite en chaine complete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2D6247-6945-400C-9F01-96FBB32CF33D}"/>
              </a:ext>
            </a:extLst>
          </p:cNvPr>
          <p:cNvSpPr>
            <a:spLocks noGrp="1"/>
          </p:cNvSpPr>
          <p:nvPr/>
        </p:nvSpPr>
        <p:spPr>
          <a:xfrm>
            <a:off x="704850" y="3392448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3641D4-CB19-4251-9858-F6A00D0CC6FA}"/>
              </a:ext>
            </a:extLst>
          </p:cNvPr>
          <p:cNvSpPr>
            <a:spLocks noGrp="1"/>
          </p:cNvSpPr>
          <p:nvPr/>
        </p:nvSpPr>
        <p:spPr>
          <a:xfrm>
            <a:off x="876300" y="3335298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Tres bonne sensibilite au flou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CB906F-4BF2-4F9B-BCED-4DACE6A7D230}"/>
              </a:ext>
            </a:extLst>
          </p:cNvPr>
          <p:cNvSpPr>
            <a:spLocks noGrp="1"/>
          </p:cNvSpPr>
          <p:nvPr/>
        </p:nvSpPr>
        <p:spPr>
          <a:xfrm>
            <a:off x="704850" y="3659148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A10FAE-688F-4022-AE19-97907FD11F09}"/>
              </a:ext>
            </a:extLst>
          </p:cNvPr>
          <p:cNvSpPr>
            <a:spLocks noGrp="1"/>
          </p:cNvSpPr>
          <p:nvPr/>
        </p:nvSpPr>
        <p:spPr>
          <a:xfrm>
            <a:off x="876300" y="3601998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Application demonstrable et lisible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739360-863E-4D02-87A1-3E742B313756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3429000" cy="23812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776262-34F2-474E-904C-3D056AEBEBE7}"/>
              </a:ext>
            </a:extLst>
          </p:cNvPr>
          <p:cNvSpPr>
            <a:spLocks noGrp="1"/>
          </p:cNvSpPr>
          <p:nvPr/>
        </p:nvSpPr>
        <p:spPr>
          <a:xfrm>
            <a:off x="4552950" y="22479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Ce qui marche de facon moyenne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85D2F4-AC14-4787-9075-6CC9D80589EA}"/>
              </a:ext>
            </a:extLst>
          </p:cNvPr>
          <p:cNvSpPr>
            <a:spLocks noGrp="1"/>
          </p:cNvSpPr>
          <p:nvPr/>
        </p:nvSpPr>
        <p:spPr>
          <a:xfrm>
            <a:off x="45529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1439C4-963F-4A9B-B385-5FDD731B38B7}"/>
              </a:ext>
            </a:extLst>
          </p:cNvPr>
          <p:cNvSpPr>
            <a:spLocks noGrp="1"/>
          </p:cNvSpPr>
          <p:nvPr/>
        </p:nvSpPr>
        <p:spPr>
          <a:xfrm>
            <a:off x="4724400" y="26289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Detection de lowres et bad crop correcte mais pas parfaite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D54A2B-582E-45C4-8BA3-45B3BDC9BFA7}"/>
              </a:ext>
            </a:extLst>
          </p:cNvPr>
          <p:cNvSpPr>
            <a:spLocks noGrp="1"/>
          </p:cNvSpPr>
          <p:nvPr/>
        </p:nvSpPr>
        <p:spPr>
          <a:xfrm>
            <a:off x="4552950" y="3097074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3F2375-8B15-467E-84A8-B74A64A0AEAF}"/>
              </a:ext>
            </a:extLst>
          </p:cNvPr>
          <p:cNvSpPr>
            <a:spLocks noGrp="1"/>
          </p:cNvSpPr>
          <p:nvPr/>
        </p:nvSpPr>
        <p:spPr>
          <a:xfrm>
            <a:off x="4724400" y="3039924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Coherence image/texte depend de la qualite du crop et du texte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E33BDE-84AD-4EE3-BA4F-7D1E4A715217}"/>
              </a:ext>
            </a:extLst>
          </p:cNvPr>
          <p:cNvSpPr>
            <a:spLocks noGrp="1"/>
          </p:cNvSpPr>
          <p:nvPr/>
        </p:nvSpPr>
        <p:spPr>
          <a:xfrm>
            <a:off x="4552950" y="3499461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2E16C9-6CED-44F2-9352-3D68600BE76A}"/>
              </a:ext>
            </a:extLst>
          </p:cNvPr>
          <p:cNvSpPr>
            <a:spLocks noGrp="1"/>
          </p:cNvSpPr>
          <p:nvPr/>
        </p:nvSpPr>
        <p:spPr>
          <a:xfrm>
            <a:off x="4724400" y="3442311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Signal couleur </a:t>
            </a:r>
            <a:r>
              <a:rPr sz="1200" b="0" dirty="0" err="1">
                <a:solidFill>
                  <a:srgbClr val="F7F3EA"/>
                </a:solidFill>
                <a:latin typeface="Aptos"/>
                <a:ea typeface="Aptos"/>
                <a:cs typeface="Aptos"/>
              </a:rPr>
              <a:t>volontairement</a:t>
            </a:r>
            <a:r>
              <a:rPr sz="1200" b="0" dirty="0">
                <a:solidFill>
                  <a:srgbClr val="F7F3E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F7F3EA"/>
                </a:solidFill>
                <a:latin typeface="Aptos"/>
                <a:ea typeface="Aptos"/>
                <a:cs typeface="Aptos"/>
              </a:rPr>
              <a:t>secondaire</a:t>
            </a:r>
            <a:endParaRPr sz="1200" b="0" dirty="0">
              <a:solidFill>
                <a:srgbClr val="F7F3E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5707BD-D84D-40B5-B484-E4BDA31A0CAC}"/>
              </a:ext>
            </a:extLst>
          </p:cNvPr>
          <p:cNvSpPr>
            <a:spLocks noGrp="1"/>
          </p:cNvSpPr>
          <p:nvPr/>
        </p:nvSpPr>
        <p:spPr>
          <a:xfrm>
            <a:off x="8229600" y="2095500"/>
            <a:ext cx="3429000" cy="238125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8C73EE4-E533-4BA7-A1C4-07BC15BA95C1}"/>
              </a:ext>
            </a:extLst>
          </p:cNvPr>
          <p:cNvSpPr>
            <a:spLocks noGrp="1"/>
          </p:cNvSpPr>
          <p:nvPr/>
        </p:nvSpPr>
        <p:spPr>
          <a:xfrm>
            <a:off x="8401050" y="22479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Ce qui reste fragile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416AF3-DE1C-4FA3-8554-1B2675678C66}"/>
              </a:ext>
            </a:extLst>
          </p:cNvPr>
          <p:cNvSpPr>
            <a:spLocks noGrp="1"/>
          </p:cNvSpPr>
          <p:nvPr/>
        </p:nvSpPr>
        <p:spPr>
          <a:xfrm>
            <a:off x="84010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9B917B-3245-4465-8E21-BA154636B0AE}"/>
              </a:ext>
            </a:extLst>
          </p:cNvPr>
          <p:cNvSpPr>
            <a:spLocks noGrp="1"/>
          </p:cNvSpPr>
          <p:nvPr/>
        </p:nvSpPr>
        <p:spPr>
          <a:xfrm>
            <a:off x="8572500" y="26289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Sous-exposition moins bien capturee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056EDB1-0F60-4421-B397-3381EFE97D7B}"/>
              </a:ext>
            </a:extLst>
          </p:cNvPr>
          <p:cNvSpPr>
            <a:spLocks noGrp="1"/>
          </p:cNvSpPr>
          <p:nvPr/>
        </p:nvSpPr>
        <p:spPr>
          <a:xfrm>
            <a:off x="8401050" y="29527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A2FB3A-78C0-4FBA-A02A-D476E0F789C4}"/>
              </a:ext>
            </a:extLst>
          </p:cNvPr>
          <p:cNvSpPr>
            <a:spLocks noGrp="1"/>
          </p:cNvSpPr>
          <p:nvPr/>
        </p:nvSpPr>
        <p:spPr>
          <a:xfrm>
            <a:off x="8572500" y="28956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JPEG peu discriminant dans certains cas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D1C7D0-B13F-480D-AB7A-FAC0B176A7F9}"/>
              </a:ext>
            </a:extLst>
          </p:cNvPr>
          <p:cNvSpPr>
            <a:spLocks noGrp="1"/>
          </p:cNvSpPr>
          <p:nvPr/>
        </p:nvSpPr>
        <p:spPr>
          <a:xfrm>
            <a:off x="8401050" y="32194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EEE754F-D6FE-401B-B680-B9D6D0B7EA4F}"/>
              </a:ext>
            </a:extLst>
          </p:cNvPr>
          <p:cNvSpPr>
            <a:spLocks noGrp="1"/>
          </p:cNvSpPr>
          <p:nvPr/>
        </p:nvSpPr>
        <p:spPr>
          <a:xfrm>
            <a:off x="8572500" y="31623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Extraction heuristique de marque encore approximative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7BF839-77C9-4E56-9B90-37DA4F761F01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953245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48DABF-F319-4104-8458-8EA7D11012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1B2E"/>
          </a:solidFill>
          <a:ln w="0">
            <a:solidFill>
              <a:srgbClr val="131B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FD8C6A-4CE4-4866-B92E-976D597B1B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1ED2CB-8A0B-4568-9181-E495ECBAD4E7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LIMITES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A451B5-5A8B-4410-82F3-972196154C15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0858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Limites honnetes a assumer en soutenance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10A55A-35A1-40B1-A1C1-49989A818DF1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028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La qualite du PFE est meilleure quand les limites sont expliquees clairement.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0B7CD2-1FD9-46F8-B059-8DD4BADC23EF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B56523-51D2-42A7-BDC4-046CB43447D1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10496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scope est volontairement limite a trois familles de produits.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893A72-EF57-481A-B283-255EA6F7FB4A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B718E4-0C92-4D2B-8572-F2AA93615184}"/>
              </a:ext>
            </a:extLst>
          </p:cNvPr>
          <p:cNvSpPr>
            <a:spLocks noGrp="1"/>
          </p:cNvSpPr>
          <p:nvPr/>
        </p:nvSpPr>
        <p:spPr>
          <a:xfrm>
            <a:off x="857250" y="2533650"/>
            <a:ext cx="10496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systeme ne cherche pas a remplacer un modele supervise specialise.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345806-5D57-4442-AF10-E68F272CBF51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5099B2-5B76-472E-8D24-BB7895C0B24C}"/>
              </a:ext>
            </a:extLst>
          </p:cNvPr>
          <p:cNvSpPr>
            <a:spLocks noGrp="1"/>
          </p:cNvSpPr>
          <p:nvPr/>
        </p:nvSpPr>
        <p:spPr>
          <a:xfrm>
            <a:off x="857250" y="2971800"/>
            <a:ext cx="10496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La corrrelation humaine est bonne, mais reste dependante du scope et du protocole.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AC18C6-8A2A-4435-AD36-5A44C0EE0C56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AE8086-F0F6-4BFA-AC31-AC56E810CAE0}"/>
              </a:ext>
            </a:extLst>
          </p:cNvPr>
          <p:cNvSpPr>
            <a:spLocks noGrp="1"/>
          </p:cNvSpPr>
          <p:nvPr/>
        </p:nvSpPr>
        <p:spPr>
          <a:xfrm>
            <a:off x="857250" y="3409950"/>
            <a:ext cx="10496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La detection de certains defauts depend encore du contenu visuel et du texte fourni.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1EE708-5647-47A5-9185-1D5283BD1620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25F5B7-D930-4894-A211-C1C1A35E38EE}"/>
              </a:ext>
            </a:extLst>
          </p:cNvPr>
          <p:cNvSpPr>
            <a:spLocks noGrp="1"/>
          </p:cNvSpPr>
          <p:nvPr/>
        </p:nvSpPr>
        <p:spPr>
          <a:xfrm>
            <a:off x="857250" y="3848100"/>
            <a:ext cx="10496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dataset final est pertinent pour la validation du projet, mais reste de taille modeste.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50C4CE-5082-4003-B7E9-0ECC7A4C7C78}"/>
              </a:ext>
            </a:extLst>
          </p:cNvPr>
          <p:cNvSpPr>
            <a:spLocks noGrp="1"/>
          </p:cNvSpPr>
          <p:nvPr/>
        </p:nvSpPr>
        <p:spPr>
          <a:xfrm>
            <a:off x="685800" y="5295900"/>
            <a:ext cx="10668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Message cle a tenir : la valeur du projet est l'architecture zero-shot multimodale explicable, pas la promesse d'une perfection universelle.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69A843-A11A-4239-9C4B-3334BC5ADC2E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184730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CDAB0082-AD2B-4F95-A0CD-7E2A22846C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 w="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8D88C9-4047-4011-8B28-4764509DAB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05FFF3-DC88-40FA-B679-739A82B491B4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46F4E9-EA0C-40F6-A36F-B3537AF56935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0858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Perspectives et extensions possibles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27037B-E12F-453B-8771-15F4B938291B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028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projet peut etre etendu sans casser le coeur scientifique deja realise.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5969D5-824B-4558-8E89-B1E358A577F5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3429000" cy="24765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B847EC-F6BE-4134-8066-F79858328576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Extensions techniques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4C1BDF-876C-4289-B574-1329C9D7B9A5}"/>
              </a:ext>
            </a:extLst>
          </p:cNvPr>
          <p:cNvSpPr>
            <a:spLocks noGrp="1"/>
          </p:cNvSpPr>
          <p:nvPr/>
        </p:nvSpPr>
        <p:spPr>
          <a:xfrm>
            <a:off x="7048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F51EBC-81D6-4AFB-9B14-DEB21DDFBBB9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Mieux exploiter HSV pour certaines comparaisons couleur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5CEE70-9823-4260-89CE-486417EE1AA8}"/>
              </a:ext>
            </a:extLst>
          </p:cNvPr>
          <p:cNvSpPr>
            <a:spLocks noGrp="1"/>
          </p:cNvSpPr>
          <p:nvPr/>
        </p:nvSpPr>
        <p:spPr>
          <a:xfrm>
            <a:off x="704850" y="307467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162800-9C4A-48A2-A2D5-07BB058AF32B}"/>
              </a:ext>
            </a:extLst>
          </p:cNvPr>
          <p:cNvSpPr>
            <a:spLocks noGrp="1"/>
          </p:cNvSpPr>
          <p:nvPr/>
        </p:nvSpPr>
        <p:spPr>
          <a:xfrm>
            <a:off x="876300" y="301752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Ameliorer encore l'analyse de l'exposition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E20B7C-7D1F-4417-8AAD-65F44BFDDBEE}"/>
              </a:ext>
            </a:extLst>
          </p:cNvPr>
          <p:cNvSpPr>
            <a:spLocks noGrp="1"/>
          </p:cNvSpPr>
          <p:nvPr/>
        </p:nvSpPr>
        <p:spPr>
          <a:xfrm>
            <a:off x="704850" y="350393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66CFCD-99E1-45CB-876B-5FB4F90DA609}"/>
              </a:ext>
            </a:extLst>
          </p:cNvPr>
          <p:cNvSpPr>
            <a:spLocks noGrp="1"/>
          </p:cNvSpPr>
          <p:nvPr/>
        </p:nvSpPr>
        <p:spPr>
          <a:xfrm>
            <a:off x="876300" y="344678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Rendre le fallback DINO plus strategique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43B5EC-BE77-4066-8881-8E62994D8783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3429000" cy="24765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24AAD1-D5F1-44B5-A8A5-D6C1141FC471}"/>
              </a:ext>
            </a:extLst>
          </p:cNvPr>
          <p:cNvSpPr>
            <a:spLocks noGrp="1"/>
          </p:cNvSpPr>
          <p:nvPr/>
        </p:nvSpPr>
        <p:spPr>
          <a:xfrm>
            <a:off x="4552950" y="22479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Extensions produit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82FB2D-425C-44BB-973C-123F4A2CFABB}"/>
              </a:ext>
            </a:extLst>
          </p:cNvPr>
          <p:cNvSpPr>
            <a:spLocks noGrp="1"/>
          </p:cNvSpPr>
          <p:nvPr/>
        </p:nvSpPr>
        <p:spPr>
          <a:xfrm>
            <a:off x="45529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6CD3A9-E7D4-47A3-A1B0-9DE56349B682}"/>
              </a:ext>
            </a:extLst>
          </p:cNvPr>
          <p:cNvSpPr>
            <a:spLocks noGrp="1"/>
          </p:cNvSpPr>
          <p:nvPr/>
        </p:nvSpPr>
        <p:spPr>
          <a:xfrm>
            <a:off x="4724400" y="26289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Ajouter d'autres familles de produits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949EC3-511E-4635-9E7E-2C6419650C83}"/>
              </a:ext>
            </a:extLst>
          </p:cNvPr>
          <p:cNvSpPr>
            <a:spLocks noGrp="1"/>
          </p:cNvSpPr>
          <p:nvPr/>
        </p:nvSpPr>
        <p:spPr>
          <a:xfrm>
            <a:off x="4552950" y="307467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227608-6B26-429E-8AEC-911742FF974B}"/>
              </a:ext>
            </a:extLst>
          </p:cNvPr>
          <p:cNvSpPr>
            <a:spLocks noGrp="1"/>
          </p:cNvSpPr>
          <p:nvPr/>
        </p:nvSpPr>
        <p:spPr>
          <a:xfrm>
            <a:off x="4724400" y="301752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Mieux structurer les attributs de marque et de categorie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E8F149-5C69-423C-A50B-1C3FC064AD6D}"/>
              </a:ext>
            </a:extLst>
          </p:cNvPr>
          <p:cNvSpPr>
            <a:spLocks noGrp="1"/>
          </p:cNvSpPr>
          <p:nvPr/>
        </p:nvSpPr>
        <p:spPr>
          <a:xfrm>
            <a:off x="4552950" y="350393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CF619D-15F4-495C-887B-CC38F39B0BBA}"/>
              </a:ext>
            </a:extLst>
          </p:cNvPr>
          <p:cNvSpPr>
            <a:spLocks noGrp="1"/>
          </p:cNvSpPr>
          <p:nvPr/>
        </p:nvSpPr>
        <p:spPr>
          <a:xfrm>
            <a:off x="4724400" y="344678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Renforcer le batch sur de gros dossiers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D5D831-FD4A-46D6-98A3-3FCB25CFDDED}"/>
              </a:ext>
            </a:extLst>
          </p:cNvPr>
          <p:cNvSpPr>
            <a:spLocks noGrp="1"/>
          </p:cNvSpPr>
          <p:nvPr/>
        </p:nvSpPr>
        <p:spPr>
          <a:xfrm>
            <a:off x="8229600" y="2095500"/>
            <a:ext cx="3429000" cy="2476500"/>
          </a:xfrm>
          <a:prstGeom prst="rect">
            <a:avLst/>
          </a:prstGeom>
          <a:solidFill>
            <a:srgbClr val="131B2E"/>
          </a:solidFill>
          <a:ln w="9525">
            <a:solidFill>
              <a:srgbClr val="2734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89E4F3-7275-4C1C-8E19-A2F8F92655FE}"/>
              </a:ext>
            </a:extLst>
          </p:cNvPr>
          <p:cNvSpPr>
            <a:spLocks noGrp="1"/>
          </p:cNvSpPr>
          <p:nvPr/>
        </p:nvSpPr>
        <p:spPr>
          <a:xfrm>
            <a:off x="8401050" y="22479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1E0C6"/>
                </a:solidFill>
                <a:latin typeface="Aptos Display"/>
                <a:ea typeface="Aptos Display"/>
                <a:cs typeface="Aptos Display"/>
              </a:rPr>
              <a:t>Extension business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385335-7975-4F89-AA2B-DDEAFEF5BF2C}"/>
              </a:ext>
            </a:extLst>
          </p:cNvPr>
          <p:cNvSpPr>
            <a:spLocks noGrp="1"/>
          </p:cNvSpPr>
          <p:nvPr/>
        </p:nvSpPr>
        <p:spPr>
          <a:xfrm>
            <a:off x="8401050" y="26860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C71A67-3CCE-4A80-81CF-C603C83E4525}"/>
              </a:ext>
            </a:extLst>
          </p:cNvPr>
          <p:cNvSpPr>
            <a:spLocks noGrp="1"/>
          </p:cNvSpPr>
          <p:nvPr/>
        </p:nvSpPr>
        <p:spPr>
          <a:xfrm>
            <a:off x="8572500" y="26289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Ajouter un assistant d'annonce separé du scoring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35BFD59-3E1D-4A62-972F-473943FCB663}"/>
              </a:ext>
            </a:extLst>
          </p:cNvPr>
          <p:cNvSpPr>
            <a:spLocks noGrp="1"/>
          </p:cNvSpPr>
          <p:nvPr/>
        </p:nvSpPr>
        <p:spPr>
          <a:xfrm>
            <a:off x="8401050" y="307467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2CAB30F-1BA6-4D5D-B0A2-F579C873A4E7}"/>
              </a:ext>
            </a:extLst>
          </p:cNvPr>
          <p:cNvSpPr>
            <a:spLocks noGrp="1"/>
          </p:cNvSpPr>
          <p:nvPr/>
        </p:nvSpPr>
        <p:spPr>
          <a:xfrm>
            <a:off x="8572500" y="301752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Generer titre, description et conseils via LLM vision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F0D8AE-9004-4A69-9CB6-FE407F36370C}"/>
              </a:ext>
            </a:extLst>
          </p:cNvPr>
          <p:cNvSpPr>
            <a:spLocks noGrp="1"/>
          </p:cNvSpPr>
          <p:nvPr/>
        </p:nvSpPr>
        <p:spPr>
          <a:xfrm>
            <a:off x="8401050" y="350393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2CBEB4-96FE-4E36-A375-32C8D3C642CC}"/>
              </a:ext>
            </a:extLst>
          </p:cNvPr>
          <p:cNvSpPr>
            <a:spLocks noGrp="1"/>
          </p:cNvSpPr>
          <p:nvPr/>
        </p:nvSpPr>
        <p:spPr>
          <a:xfrm>
            <a:off x="8572500" y="344678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Connecter un workflow n8n pour l'automatisation vendeur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5E7904-634B-4FA5-9863-EF20729BF365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5436536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939D325-59BF-49CC-84E8-BB35A96B0A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1B2E"/>
          </a:solidFill>
          <a:ln w="0">
            <a:solidFill>
              <a:srgbClr val="131B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39CB9E-0594-49BC-B7CB-9BC1D3286A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CD5C77-F9D6-4476-9462-51A2B931942A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6B9D1E-E9F0-4E4C-985E-7879CD57AFF7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0858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Conclusion generale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1B0318-1916-43F9-BB44-362D5371C22F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028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7C0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0D8"/>
                </a:solidFill>
                <a:latin typeface="Aptos"/>
                <a:ea typeface="Aptos"/>
                <a:cs typeface="Aptos"/>
              </a:rPr>
              <a:t>Le projet atteint son objectif principal : evaluer automatiquement la qualite d'une photo produit sans entrainement local.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C5A3A0-5B60-4736-BAE5-B1B42BDA891F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6D3FC3-267A-4ECE-8CE4-C4D663AD0D49}"/>
              </a:ext>
            </a:extLst>
          </p:cNvPr>
          <p:cNvSpPr>
            <a:spLocks noGrp="1"/>
          </p:cNvSpPr>
          <p:nvPr/>
        </p:nvSpPr>
        <p:spPr>
          <a:xfrm>
            <a:off x="857250" y="2286000"/>
            <a:ext cx="104965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pipeline zero-shot complet fonctionne de bout en bout.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F0C3AD-082A-4B86-95FA-8A06F29C10EE}"/>
              </a:ext>
            </a:extLst>
          </p:cNvPr>
          <p:cNvSpPr>
            <a:spLocks noGrp="1"/>
          </p:cNvSpPr>
          <p:nvPr/>
        </p:nvSpPr>
        <p:spPr>
          <a:xfrm>
            <a:off x="685800" y="281940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6663CE-4A9D-4C9E-923E-6C6B43BD7D8A}"/>
              </a:ext>
            </a:extLst>
          </p:cNvPr>
          <p:cNvSpPr>
            <a:spLocks noGrp="1"/>
          </p:cNvSpPr>
          <p:nvPr/>
        </p:nvSpPr>
        <p:spPr>
          <a:xfrm>
            <a:off x="857250" y="2762250"/>
            <a:ext cx="104965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crop selectionne rend le systeme interpretable.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C08780-A314-4CE0-994E-4EE9C379AB1F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94A9AA-A3EA-4594-A555-4A3FF73420D2}"/>
              </a:ext>
            </a:extLst>
          </p:cNvPr>
          <p:cNvSpPr>
            <a:spLocks noGrp="1"/>
          </p:cNvSpPr>
          <p:nvPr/>
        </p:nvSpPr>
        <p:spPr>
          <a:xfrm>
            <a:off x="857250" y="3238500"/>
            <a:ext cx="104965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dataset final propre et degrade permet une validation defendable.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9A7126-8A3B-410B-A1B9-0881726C4F88}"/>
              </a:ext>
            </a:extLst>
          </p:cNvPr>
          <p:cNvSpPr>
            <a:spLocks noGrp="1"/>
          </p:cNvSpPr>
          <p:nvPr/>
        </p:nvSpPr>
        <p:spPr>
          <a:xfrm>
            <a:off x="685800" y="377190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E53664-CD81-4833-B901-E7039D13B7E0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104965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La corrrelation humaine finale est positive et significative.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411F2-2164-42CC-A3C9-940AE4EFC900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76200" cy="76200"/>
          </a:xfrm>
          <a:prstGeom prst="rect">
            <a:avLst/>
          </a:prstGeom>
          <a:solidFill>
            <a:srgbClr val="D3A96A"/>
          </a:solidFill>
          <a:ln w="0">
            <a:solidFill>
              <a:srgbClr val="D3A9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C03157-C155-408B-87F5-2A2D4C8E3A46}"/>
              </a:ext>
            </a:extLst>
          </p:cNvPr>
          <p:cNvSpPr>
            <a:spLocks noGrp="1"/>
          </p:cNvSpPr>
          <p:nvPr/>
        </p:nvSpPr>
        <p:spPr>
          <a:xfrm>
            <a:off x="857250" y="4191000"/>
            <a:ext cx="104965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Le projet est suffisamment solide pour etre demontre et discute en soutenance.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0CA445-6268-4778-8E6F-5BF81B09F652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10763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D3A96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3A96A"/>
                </a:solidFill>
                <a:latin typeface="Aptos Display"/>
                <a:ea typeface="Aptos Display"/>
                <a:cs typeface="Aptos Display"/>
              </a:rPr>
              <a:t>Merci pour votre attention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9070FA-BEB5-4A22-9035-D56ECB0EC39A}"/>
              </a:ext>
            </a:extLst>
          </p:cNvPr>
          <p:cNvSpPr>
            <a:spLocks noGrp="1"/>
          </p:cNvSpPr>
          <p:nvPr/>
        </p:nvSpPr>
        <p:spPr>
          <a:xfrm>
            <a:off x="11525250" y="6438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F1E0C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1E0C6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9712615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2464</Words>
  <Application>Microsoft Office PowerPoint</Application>
  <DocSecurity>0</DocSecurity>
  <PresentationFormat>Widescreen</PresentationFormat>
  <Paragraphs>427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Douae Ahadji</cp:lastModifiedBy>
  <cp:revision>1</cp:revision>
  <dcterms:created xsi:type="dcterms:W3CDTF">2026-05-29T06:50:07Z</dcterms:created>
  <dcterms:modified xsi:type="dcterms:W3CDTF">2026-05-30T18:00:33Z</dcterms:modified>
</cp:coreProperties>
</file>